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92" r:id="rId11"/>
    <p:sldId id="270" r:id="rId12"/>
    <p:sldId id="285" r:id="rId13"/>
    <p:sldId id="281" r:id="rId14"/>
    <p:sldId id="275" r:id="rId15"/>
    <p:sldId id="274" r:id="rId16"/>
    <p:sldId id="276" r:id="rId17"/>
    <p:sldId id="277" r:id="rId18"/>
    <p:sldId id="278" r:id="rId19"/>
    <p:sldId id="291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080310-F615-4DC1-9D72-DC84EF873EE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86EA36-5566-40FB-8987-F976323F2602}">
      <dgm:prSet/>
      <dgm:spPr/>
      <dgm:t>
        <a:bodyPr/>
        <a:lstStyle/>
        <a:p>
          <a:r>
            <a:rPr lang="en-GB" dirty="0"/>
            <a:t>Africa Gulf Logistics (AGL) operates two major port terminals: Abidjan Terminal Logistics (ATL) and Côte d'Ivoire Terminal (CIT).</a:t>
          </a:r>
          <a:endParaRPr lang="en-US" dirty="0"/>
        </a:p>
      </dgm:t>
    </dgm:pt>
    <dgm:pt modelId="{D31E7A6B-40D2-411F-96D4-333ACF7BF67E}" type="parTrans" cxnId="{F4D0082E-0710-4D98-AC98-5E6970F242B4}">
      <dgm:prSet/>
      <dgm:spPr/>
      <dgm:t>
        <a:bodyPr/>
        <a:lstStyle/>
        <a:p>
          <a:endParaRPr lang="en-US"/>
        </a:p>
      </dgm:t>
    </dgm:pt>
    <dgm:pt modelId="{2483A114-EA23-4766-87F5-674D0EF970D5}" type="sibTrans" cxnId="{F4D0082E-0710-4D98-AC98-5E6970F242B4}">
      <dgm:prSet/>
      <dgm:spPr/>
      <dgm:t>
        <a:bodyPr/>
        <a:lstStyle/>
        <a:p>
          <a:endParaRPr lang="en-US"/>
        </a:p>
      </dgm:t>
    </dgm:pt>
    <dgm:pt modelId="{8BAEAB26-474F-4AA7-975B-A9E70738D503}">
      <dgm:prSet/>
      <dgm:spPr/>
      <dgm:t>
        <a:bodyPr/>
        <a:lstStyle/>
        <a:p>
          <a:r>
            <a:rPr lang="en-GB" dirty="0"/>
            <a:t>These ports handle a wide variety of vessels, making them crucial for regional and international trade.</a:t>
          </a:r>
          <a:endParaRPr lang="en-US" dirty="0"/>
        </a:p>
      </dgm:t>
    </dgm:pt>
    <dgm:pt modelId="{7B449632-2DEE-41A0-BB0D-08B5A8EB27F6}" type="parTrans" cxnId="{60CB43A4-1F77-45A6-94E6-B59C95EA9462}">
      <dgm:prSet/>
      <dgm:spPr/>
      <dgm:t>
        <a:bodyPr/>
        <a:lstStyle/>
        <a:p>
          <a:endParaRPr lang="en-US"/>
        </a:p>
      </dgm:t>
    </dgm:pt>
    <dgm:pt modelId="{8F4B88FA-B9AE-44E8-B598-69816EE3AC88}" type="sibTrans" cxnId="{60CB43A4-1F77-45A6-94E6-B59C95EA9462}">
      <dgm:prSet/>
      <dgm:spPr/>
      <dgm:t>
        <a:bodyPr/>
        <a:lstStyle/>
        <a:p>
          <a:endParaRPr lang="en-US"/>
        </a:p>
      </dgm:t>
    </dgm:pt>
    <dgm:pt modelId="{01A50F02-0538-4A27-8ACD-FEF551D2D246}">
      <dgm:prSet/>
      <dgm:spPr/>
      <dgm:t>
        <a:bodyPr/>
        <a:lstStyle/>
        <a:p>
          <a:r>
            <a:rPr lang="en-GB" dirty="0"/>
            <a:t>Ship-to-Ship cranes (STS) play a key role, and their operating time (active machine time on ships) is a critical KPI.</a:t>
          </a:r>
          <a:endParaRPr lang="en-US" dirty="0"/>
        </a:p>
      </dgm:t>
    </dgm:pt>
    <dgm:pt modelId="{783F1AD6-C7CD-411D-9A6F-0FF884060CED}" type="parTrans" cxnId="{A8008BCF-0F4B-4AAA-BBC3-F89945840953}">
      <dgm:prSet/>
      <dgm:spPr/>
      <dgm:t>
        <a:bodyPr/>
        <a:lstStyle/>
        <a:p>
          <a:endParaRPr lang="en-US"/>
        </a:p>
      </dgm:t>
    </dgm:pt>
    <dgm:pt modelId="{05E2DD63-5DD3-4EFA-B4B8-F8F5F4DC7513}" type="sibTrans" cxnId="{A8008BCF-0F4B-4AAA-BBC3-F89945840953}">
      <dgm:prSet/>
      <dgm:spPr/>
      <dgm:t>
        <a:bodyPr/>
        <a:lstStyle/>
        <a:p>
          <a:endParaRPr lang="en-US"/>
        </a:p>
      </dgm:t>
    </dgm:pt>
    <dgm:pt modelId="{12276257-A499-41B3-ACCE-C498C3380929}">
      <dgm:prSet/>
      <dgm:spPr/>
      <dgm:t>
        <a:bodyPr/>
        <a:lstStyle/>
        <a:p>
          <a:r>
            <a:rPr lang="en-GB" dirty="0"/>
            <a:t>With increasing port traffic, forecasting operating time helps optimize logistics.</a:t>
          </a:r>
          <a:endParaRPr lang="en-US" dirty="0"/>
        </a:p>
      </dgm:t>
    </dgm:pt>
    <dgm:pt modelId="{90F64727-D442-467A-8E10-120506E360C4}" type="parTrans" cxnId="{2D48A24C-BEB7-4B45-BCF7-52F1218DF65E}">
      <dgm:prSet/>
      <dgm:spPr/>
      <dgm:t>
        <a:bodyPr/>
        <a:lstStyle/>
        <a:p>
          <a:endParaRPr lang="en-US"/>
        </a:p>
      </dgm:t>
    </dgm:pt>
    <dgm:pt modelId="{AAC61E58-AF43-4D2D-A5EC-BE8A39FA3F43}" type="sibTrans" cxnId="{2D48A24C-BEB7-4B45-BCF7-52F1218DF65E}">
      <dgm:prSet/>
      <dgm:spPr/>
      <dgm:t>
        <a:bodyPr/>
        <a:lstStyle/>
        <a:p>
          <a:endParaRPr lang="en-US"/>
        </a:p>
      </dgm:t>
    </dgm:pt>
    <dgm:pt modelId="{DD023A35-B135-4AB5-9749-E07C506CC251}" type="pres">
      <dgm:prSet presAssocID="{60080310-F615-4DC1-9D72-DC84EF873EE4}" presName="outerComposite" presStyleCnt="0">
        <dgm:presLayoutVars>
          <dgm:chMax val="5"/>
          <dgm:dir/>
          <dgm:resizeHandles val="exact"/>
        </dgm:presLayoutVars>
      </dgm:prSet>
      <dgm:spPr/>
    </dgm:pt>
    <dgm:pt modelId="{2F3327E0-F620-4C40-824C-15ABC4F35D62}" type="pres">
      <dgm:prSet presAssocID="{60080310-F615-4DC1-9D72-DC84EF873EE4}" presName="dummyMaxCanvas" presStyleCnt="0">
        <dgm:presLayoutVars/>
      </dgm:prSet>
      <dgm:spPr/>
    </dgm:pt>
    <dgm:pt modelId="{0CD09787-BD3F-4B59-AE08-BC9B35F1992E}" type="pres">
      <dgm:prSet presAssocID="{60080310-F615-4DC1-9D72-DC84EF873EE4}" presName="FourNodes_1" presStyleLbl="node1" presStyleIdx="0" presStyleCnt="4">
        <dgm:presLayoutVars>
          <dgm:bulletEnabled val="1"/>
        </dgm:presLayoutVars>
      </dgm:prSet>
      <dgm:spPr/>
    </dgm:pt>
    <dgm:pt modelId="{EA2ABCAE-80D2-40EF-A13C-05EB7E95EF21}" type="pres">
      <dgm:prSet presAssocID="{60080310-F615-4DC1-9D72-DC84EF873EE4}" presName="FourNodes_2" presStyleLbl="node1" presStyleIdx="1" presStyleCnt="4">
        <dgm:presLayoutVars>
          <dgm:bulletEnabled val="1"/>
        </dgm:presLayoutVars>
      </dgm:prSet>
      <dgm:spPr/>
    </dgm:pt>
    <dgm:pt modelId="{18459E4E-E58D-45A2-9C10-E5D3D294C85B}" type="pres">
      <dgm:prSet presAssocID="{60080310-F615-4DC1-9D72-DC84EF873EE4}" presName="FourNodes_3" presStyleLbl="node1" presStyleIdx="2" presStyleCnt="4">
        <dgm:presLayoutVars>
          <dgm:bulletEnabled val="1"/>
        </dgm:presLayoutVars>
      </dgm:prSet>
      <dgm:spPr/>
    </dgm:pt>
    <dgm:pt modelId="{9AE68EF4-FEF4-4F6D-8625-5F1491DCD0E4}" type="pres">
      <dgm:prSet presAssocID="{60080310-F615-4DC1-9D72-DC84EF873EE4}" presName="FourNodes_4" presStyleLbl="node1" presStyleIdx="3" presStyleCnt="4">
        <dgm:presLayoutVars>
          <dgm:bulletEnabled val="1"/>
        </dgm:presLayoutVars>
      </dgm:prSet>
      <dgm:spPr/>
    </dgm:pt>
    <dgm:pt modelId="{DA1B6BA5-7BE5-4B4B-BF0A-AEF606E201BE}" type="pres">
      <dgm:prSet presAssocID="{60080310-F615-4DC1-9D72-DC84EF873EE4}" presName="FourConn_1-2" presStyleLbl="fgAccFollowNode1" presStyleIdx="0" presStyleCnt="3">
        <dgm:presLayoutVars>
          <dgm:bulletEnabled val="1"/>
        </dgm:presLayoutVars>
      </dgm:prSet>
      <dgm:spPr/>
    </dgm:pt>
    <dgm:pt modelId="{10738C50-E7B8-4A92-AF60-B3C9E59A70D6}" type="pres">
      <dgm:prSet presAssocID="{60080310-F615-4DC1-9D72-DC84EF873EE4}" presName="FourConn_2-3" presStyleLbl="fgAccFollowNode1" presStyleIdx="1" presStyleCnt="3">
        <dgm:presLayoutVars>
          <dgm:bulletEnabled val="1"/>
        </dgm:presLayoutVars>
      </dgm:prSet>
      <dgm:spPr/>
    </dgm:pt>
    <dgm:pt modelId="{6E1D367C-3FCF-4F3E-A303-FE82BF679422}" type="pres">
      <dgm:prSet presAssocID="{60080310-F615-4DC1-9D72-DC84EF873EE4}" presName="FourConn_3-4" presStyleLbl="fgAccFollowNode1" presStyleIdx="2" presStyleCnt="3">
        <dgm:presLayoutVars>
          <dgm:bulletEnabled val="1"/>
        </dgm:presLayoutVars>
      </dgm:prSet>
      <dgm:spPr/>
    </dgm:pt>
    <dgm:pt modelId="{5561FC2B-A74A-4098-A99A-EB7602D1071B}" type="pres">
      <dgm:prSet presAssocID="{60080310-F615-4DC1-9D72-DC84EF873EE4}" presName="FourNodes_1_text" presStyleLbl="node1" presStyleIdx="3" presStyleCnt="4">
        <dgm:presLayoutVars>
          <dgm:bulletEnabled val="1"/>
        </dgm:presLayoutVars>
      </dgm:prSet>
      <dgm:spPr/>
    </dgm:pt>
    <dgm:pt modelId="{09F3F7CB-C2D3-4F87-B82F-566779960CBE}" type="pres">
      <dgm:prSet presAssocID="{60080310-F615-4DC1-9D72-DC84EF873EE4}" presName="FourNodes_2_text" presStyleLbl="node1" presStyleIdx="3" presStyleCnt="4">
        <dgm:presLayoutVars>
          <dgm:bulletEnabled val="1"/>
        </dgm:presLayoutVars>
      </dgm:prSet>
      <dgm:spPr/>
    </dgm:pt>
    <dgm:pt modelId="{32F144C9-CCB1-41D8-ABC5-B88A22250825}" type="pres">
      <dgm:prSet presAssocID="{60080310-F615-4DC1-9D72-DC84EF873EE4}" presName="FourNodes_3_text" presStyleLbl="node1" presStyleIdx="3" presStyleCnt="4">
        <dgm:presLayoutVars>
          <dgm:bulletEnabled val="1"/>
        </dgm:presLayoutVars>
      </dgm:prSet>
      <dgm:spPr/>
    </dgm:pt>
    <dgm:pt modelId="{5EDB8FF6-AE99-4D20-B698-9262648C7B00}" type="pres">
      <dgm:prSet presAssocID="{60080310-F615-4DC1-9D72-DC84EF873EE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D216300-DC01-4911-BE1C-DDC4C0CE6A29}" type="presOf" srcId="{2483A114-EA23-4766-87F5-674D0EF970D5}" destId="{DA1B6BA5-7BE5-4B4B-BF0A-AEF606E201BE}" srcOrd="0" destOrd="0" presId="urn:microsoft.com/office/officeart/2005/8/layout/vProcess5"/>
    <dgm:cxn modelId="{68465D12-2E92-4AD2-9603-41A64BF385BE}" type="presOf" srcId="{AF86EA36-5566-40FB-8987-F976323F2602}" destId="{5561FC2B-A74A-4098-A99A-EB7602D1071B}" srcOrd="1" destOrd="0" presId="urn:microsoft.com/office/officeart/2005/8/layout/vProcess5"/>
    <dgm:cxn modelId="{5E52102C-AE43-449D-8E20-72E7BCC1FDEE}" type="presOf" srcId="{AF86EA36-5566-40FB-8987-F976323F2602}" destId="{0CD09787-BD3F-4B59-AE08-BC9B35F1992E}" srcOrd="0" destOrd="0" presId="urn:microsoft.com/office/officeart/2005/8/layout/vProcess5"/>
    <dgm:cxn modelId="{F4D0082E-0710-4D98-AC98-5E6970F242B4}" srcId="{60080310-F615-4DC1-9D72-DC84EF873EE4}" destId="{AF86EA36-5566-40FB-8987-F976323F2602}" srcOrd="0" destOrd="0" parTransId="{D31E7A6B-40D2-411F-96D4-333ACF7BF67E}" sibTransId="{2483A114-EA23-4766-87F5-674D0EF970D5}"/>
    <dgm:cxn modelId="{F7CD2C5C-AE18-47EB-8A15-89A489DAEA0A}" type="presOf" srcId="{12276257-A499-41B3-ACCE-C498C3380929}" destId="{9AE68EF4-FEF4-4F6D-8625-5F1491DCD0E4}" srcOrd="0" destOrd="0" presId="urn:microsoft.com/office/officeart/2005/8/layout/vProcess5"/>
    <dgm:cxn modelId="{20FEF244-2135-469A-8645-5B265FB4DC93}" type="presOf" srcId="{8BAEAB26-474F-4AA7-975B-A9E70738D503}" destId="{EA2ABCAE-80D2-40EF-A13C-05EB7E95EF21}" srcOrd="0" destOrd="0" presId="urn:microsoft.com/office/officeart/2005/8/layout/vProcess5"/>
    <dgm:cxn modelId="{2D48A24C-BEB7-4B45-BCF7-52F1218DF65E}" srcId="{60080310-F615-4DC1-9D72-DC84EF873EE4}" destId="{12276257-A499-41B3-ACCE-C498C3380929}" srcOrd="3" destOrd="0" parTransId="{90F64727-D442-467A-8E10-120506E360C4}" sibTransId="{AAC61E58-AF43-4D2D-A5EC-BE8A39FA3F43}"/>
    <dgm:cxn modelId="{49B23B82-61EC-45FD-B9C0-5891FCC5465D}" type="presOf" srcId="{01A50F02-0538-4A27-8ACD-FEF551D2D246}" destId="{32F144C9-CCB1-41D8-ABC5-B88A22250825}" srcOrd="1" destOrd="0" presId="urn:microsoft.com/office/officeart/2005/8/layout/vProcess5"/>
    <dgm:cxn modelId="{6454B288-F71D-4047-ADB3-02C05A021F26}" type="presOf" srcId="{8F4B88FA-B9AE-44E8-B598-69816EE3AC88}" destId="{10738C50-E7B8-4A92-AF60-B3C9E59A70D6}" srcOrd="0" destOrd="0" presId="urn:microsoft.com/office/officeart/2005/8/layout/vProcess5"/>
    <dgm:cxn modelId="{606A3295-C622-4AE2-AC1B-E3DE81B944D2}" type="presOf" srcId="{60080310-F615-4DC1-9D72-DC84EF873EE4}" destId="{DD023A35-B135-4AB5-9749-E07C506CC251}" srcOrd="0" destOrd="0" presId="urn:microsoft.com/office/officeart/2005/8/layout/vProcess5"/>
    <dgm:cxn modelId="{8D43479C-B3B2-491C-8372-48026DEB09B9}" type="presOf" srcId="{8BAEAB26-474F-4AA7-975B-A9E70738D503}" destId="{09F3F7CB-C2D3-4F87-B82F-566779960CBE}" srcOrd="1" destOrd="0" presId="urn:microsoft.com/office/officeart/2005/8/layout/vProcess5"/>
    <dgm:cxn modelId="{60CB43A4-1F77-45A6-94E6-B59C95EA9462}" srcId="{60080310-F615-4DC1-9D72-DC84EF873EE4}" destId="{8BAEAB26-474F-4AA7-975B-A9E70738D503}" srcOrd="1" destOrd="0" parTransId="{7B449632-2DEE-41A0-BB0D-08B5A8EB27F6}" sibTransId="{8F4B88FA-B9AE-44E8-B598-69816EE3AC88}"/>
    <dgm:cxn modelId="{8F2CAFA9-9143-4D4E-A4DB-698C9D53F05F}" type="presOf" srcId="{01A50F02-0538-4A27-8ACD-FEF551D2D246}" destId="{18459E4E-E58D-45A2-9C10-E5D3D294C85B}" srcOrd="0" destOrd="0" presId="urn:microsoft.com/office/officeart/2005/8/layout/vProcess5"/>
    <dgm:cxn modelId="{EBD261CA-2E56-4142-A53F-1EC8B5AA77BC}" type="presOf" srcId="{05E2DD63-5DD3-4EFA-B4B8-F8F5F4DC7513}" destId="{6E1D367C-3FCF-4F3E-A303-FE82BF679422}" srcOrd="0" destOrd="0" presId="urn:microsoft.com/office/officeart/2005/8/layout/vProcess5"/>
    <dgm:cxn modelId="{A8008BCF-0F4B-4AAA-BBC3-F89945840953}" srcId="{60080310-F615-4DC1-9D72-DC84EF873EE4}" destId="{01A50F02-0538-4A27-8ACD-FEF551D2D246}" srcOrd="2" destOrd="0" parTransId="{783F1AD6-C7CD-411D-9A6F-0FF884060CED}" sibTransId="{05E2DD63-5DD3-4EFA-B4B8-F8F5F4DC7513}"/>
    <dgm:cxn modelId="{092DB2EA-EB71-4450-9A97-5F939D978484}" type="presOf" srcId="{12276257-A499-41B3-ACCE-C498C3380929}" destId="{5EDB8FF6-AE99-4D20-B698-9262648C7B00}" srcOrd="1" destOrd="0" presId="urn:microsoft.com/office/officeart/2005/8/layout/vProcess5"/>
    <dgm:cxn modelId="{435FA9A5-F446-4A6A-9BA6-5A7C23381D22}" type="presParOf" srcId="{DD023A35-B135-4AB5-9749-E07C506CC251}" destId="{2F3327E0-F620-4C40-824C-15ABC4F35D62}" srcOrd="0" destOrd="0" presId="urn:microsoft.com/office/officeart/2005/8/layout/vProcess5"/>
    <dgm:cxn modelId="{B8831931-4D36-4D3F-9B86-8566FC44337D}" type="presParOf" srcId="{DD023A35-B135-4AB5-9749-E07C506CC251}" destId="{0CD09787-BD3F-4B59-AE08-BC9B35F1992E}" srcOrd="1" destOrd="0" presId="urn:microsoft.com/office/officeart/2005/8/layout/vProcess5"/>
    <dgm:cxn modelId="{519B8377-1821-46F9-A8B3-A6522F3D3A9E}" type="presParOf" srcId="{DD023A35-B135-4AB5-9749-E07C506CC251}" destId="{EA2ABCAE-80D2-40EF-A13C-05EB7E95EF21}" srcOrd="2" destOrd="0" presId="urn:microsoft.com/office/officeart/2005/8/layout/vProcess5"/>
    <dgm:cxn modelId="{3CFA4A72-F72C-4D6E-A5B3-CE90E50A07BB}" type="presParOf" srcId="{DD023A35-B135-4AB5-9749-E07C506CC251}" destId="{18459E4E-E58D-45A2-9C10-E5D3D294C85B}" srcOrd="3" destOrd="0" presId="urn:microsoft.com/office/officeart/2005/8/layout/vProcess5"/>
    <dgm:cxn modelId="{13E3F276-EBCA-42FF-9901-6105EB31ACC0}" type="presParOf" srcId="{DD023A35-B135-4AB5-9749-E07C506CC251}" destId="{9AE68EF4-FEF4-4F6D-8625-5F1491DCD0E4}" srcOrd="4" destOrd="0" presId="urn:microsoft.com/office/officeart/2005/8/layout/vProcess5"/>
    <dgm:cxn modelId="{E87F3B52-5603-4A99-93CD-48B88857598C}" type="presParOf" srcId="{DD023A35-B135-4AB5-9749-E07C506CC251}" destId="{DA1B6BA5-7BE5-4B4B-BF0A-AEF606E201BE}" srcOrd="5" destOrd="0" presId="urn:microsoft.com/office/officeart/2005/8/layout/vProcess5"/>
    <dgm:cxn modelId="{10C299B1-C253-43CB-8769-F840751A1B48}" type="presParOf" srcId="{DD023A35-B135-4AB5-9749-E07C506CC251}" destId="{10738C50-E7B8-4A92-AF60-B3C9E59A70D6}" srcOrd="6" destOrd="0" presId="urn:microsoft.com/office/officeart/2005/8/layout/vProcess5"/>
    <dgm:cxn modelId="{74783A78-E700-4BF3-BC1B-D92D3AD868BF}" type="presParOf" srcId="{DD023A35-B135-4AB5-9749-E07C506CC251}" destId="{6E1D367C-3FCF-4F3E-A303-FE82BF679422}" srcOrd="7" destOrd="0" presId="urn:microsoft.com/office/officeart/2005/8/layout/vProcess5"/>
    <dgm:cxn modelId="{3996510E-3855-4C2B-BC0E-3A1C6EBFF104}" type="presParOf" srcId="{DD023A35-B135-4AB5-9749-E07C506CC251}" destId="{5561FC2B-A74A-4098-A99A-EB7602D1071B}" srcOrd="8" destOrd="0" presId="urn:microsoft.com/office/officeart/2005/8/layout/vProcess5"/>
    <dgm:cxn modelId="{0C6D7862-3012-4F8B-9171-CCBDB3E1E68B}" type="presParOf" srcId="{DD023A35-B135-4AB5-9749-E07C506CC251}" destId="{09F3F7CB-C2D3-4F87-B82F-566779960CBE}" srcOrd="9" destOrd="0" presId="urn:microsoft.com/office/officeart/2005/8/layout/vProcess5"/>
    <dgm:cxn modelId="{86B3C810-2229-4742-9F77-20E2DFCC54C9}" type="presParOf" srcId="{DD023A35-B135-4AB5-9749-E07C506CC251}" destId="{32F144C9-CCB1-41D8-ABC5-B88A22250825}" srcOrd="10" destOrd="0" presId="urn:microsoft.com/office/officeart/2005/8/layout/vProcess5"/>
    <dgm:cxn modelId="{D7D15A46-783D-4181-92FC-65B7432135DF}" type="presParOf" srcId="{DD023A35-B135-4AB5-9749-E07C506CC251}" destId="{5EDB8FF6-AE99-4D20-B698-9262648C7B0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471D87-0E42-43FC-994C-BFE0C53C02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BDC576-4E10-433C-BCFD-0F786CCEC856}">
      <dgm:prSet/>
      <dgm:spPr/>
      <dgm:t>
        <a:bodyPr/>
        <a:lstStyle/>
        <a:p>
          <a:r>
            <a:rPr lang="en-GB" dirty="0"/>
            <a:t>AGL needs a forecasting model to predict the operating time of STS cranes at its terminals.</a:t>
          </a:r>
          <a:endParaRPr lang="en-US" dirty="0"/>
        </a:p>
      </dgm:t>
    </dgm:pt>
    <dgm:pt modelId="{12F4FFB7-DAA1-42CB-9B99-FA6A66903E6F}" type="parTrans" cxnId="{BC64CEBE-8700-42C8-B074-DD827C92A2D7}">
      <dgm:prSet/>
      <dgm:spPr/>
      <dgm:t>
        <a:bodyPr/>
        <a:lstStyle/>
        <a:p>
          <a:endParaRPr lang="en-US"/>
        </a:p>
      </dgm:t>
    </dgm:pt>
    <dgm:pt modelId="{C2CAB946-C204-436C-A457-6A44DFF441F6}" type="sibTrans" cxnId="{BC64CEBE-8700-42C8-B074-DD827C92A2D7}">
      <dgm:prSet/>
      <dgm:spPr/>
      <dgm:t>
        <a:bodyPr/>
        <a:lstStyle/>
        <a:p>
          <a:endParaRPr lang="en-US"/>
        </a:p>
      </dgm:t>
    </dgm:pt>
    <dgm:pt modelId="{38A41598-5B1C-4B9A-B76E-2BBA9B02DE97}">
      <dgm:prSet/>
      <dgm:spPr/>
      <dgm:t>
        <a:bodyPr/>
        <a:lstStyle/>
        <a:p>
          <a:r>
            <a:rPr lang="en-GB" dirty="0"/>
            <a:t>The operating time varies with traffic, cargo type, and other factors.</a:t>
          </a:r>
          <a:endParaRPr lang="en-US" dirty="0"/>
        </a:p>
      </dgm:t>
    </dgm:pt>
    <dgm:pt modelId="{DFF4337A-B99D-444D-A308-C549D3BEB904}" type="parTrans" cxnId="{188FA2F2-DB4B-41D8-AF8E-4C41FD4BEAAC}">
      <dgm:prSet/>
      <dgm:spPr/>
      <dgm:t>
        <a:bodyPr/>
        <a:lstStyle/>
        <a:p>
          <a:endParaRPr lang="en-US"/>
        </a:p>
      </dgm:t>
    </dgm:pt>
    <dgm:pt modelId="{F129EBB4-D545-4D5A-8348-54AC23995F42}" type="sibTrans" cxnId="{188FA2F2-DB4B-41D8-AF8E-4C41FD4BEAAC}">
      <dgm:prSet/>
      <dgm:spPr/>
      <dgm:t>
        <a:bodyPr/>
        <a:lstStyle/>
        <a:p>
          <a:endParaRPr lang="en-US"/>
        </a:p>
      </dgm:t>
    </dgm:pt>
    <dgm:pt modelId="{48747730-25D1-41FA-BA9B-B5F48E64A627}">
      <dgm:prSet/>
      <dgm:spPr/>
      <dgm:t>
        <a:bodyPr/>
        <a:lstStyle/>
        <a:p>
          <a:r>
            <a:rPr lang="en-GB" dirty="0"/>
            <a:t>The objective is to forecast operating time across days, weeks, months, and years to improve efficiency.</a:t>
          </a:r>
          <a:endParaRPr lang="en-US" dirty="0"/>
        </a:p>
      </dgm:t>
    </dgm:pt>
    <dgm:pt modelId="{A22DA2FC-C955-481E-BDC7-32D960A87D6C}" type="parTrans" cxnId="{CB937F02-BF69-4EF0-AC9F-42F217BA5ABC}">
      <dgm:prSet/>
      <dgm:spPr/>
      <dgm:t>
        <a:bodyPr/>
        <a:lstStyle/>
        <a:p>
          <a:endParaRPr lang="en-US"/>
        </a:p>
      </dgm:t>
    </dgm:pt>
    <dgm:pt modelId="{1E0F2ECE-5BB4-47C9-BD90-CC424D1DD859}" type="sibTrans" cxnId="{CB937F02-BF69-4EF0-AC9F-42F217BA5ABC}">
      <dgm:prSet/>
      <dgm:spPr/>
      <dgm:t>
        <a:bodyPr/>
        <a:lstStyle/>
        <a:p>
          <a:endParaRPr lang="en-US"/>
        </a:p>
      </dgm:t>
    </dgm:pt>
    <dgm:pt modelId="{3FBE4682-6939-4AC1-B695-FE939C5FEC50}" type="pres">
      <dgm:prSet presAssocID="{84471D87-0E42-43FC-994C-BFE0C53C02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D7F1F6-CABB-401F-A079-7241EA95F23F}" type="pres">
      <dgm:prSet presAssocID="{3EBDC576-4E10-433C-BCFD-0F786CCEC856}" presName="hierRoot1" presStyleCnt="0"/>
      <dgm:spPr/>
    </dgm:pt>
    <dgm:pt modelId="{F8E4BC46-1D08-498E-8752-62E0046CAB33}" type="pres">
      <dgm:prSet presAssocID="{3EBDC576-4E10-433C-BCFD-0F786CCEC856}" presName="composite" presStyleCnt="0"/>
      <dgm:spPr/>
    </dgm:pt>
    <dgm:pt modelId="{EC9E66B1-C800-48BF-A421-820A2A7A4FFB}" type="pres">
      <dgm:prSet presAssocID="{3EBDC576-4E10-433C-BCFD-0F786CCEC856}" presName="background" presStyleLbl="node0" presStyleIdx="0" presStyleCnt="3"/>
      <dgm:spPr/>
    </dgm:pt>
    <dgm:pt modelId="{5A48ABB7-DB8C-4C9B-86A0-A87CAD20775F}" type="pres">
      <dgm:prSet presAssocID="{3EBDC576-4E10-433C-BCFD-0F786CCEC856}" presName="text" presStyleLbl="fgAcc0" presStyleIdx="0" presStyleCnt="3">
        <dgm:presLayoutVars>
          <dgm:chPref val="3"/>
        </dgm:presLayoutVars>
      </dgm:prSet>
      <dgm:spPr/>
    </dgm:pt>
    <dgm:pt modelId="{72633990-4B7B-4FD7-AB5C-4E7597B88D41}" type="pres">
      <dgm:prSet presAssocID="{3EBDC576-4E10-433C-BCFD-0F786CCEC856}" presName="hierChild2" presStyleCnt="0"/>
      <dgm:spPr/>
    </dgm:pt>
    <dgm:pt modelId="{0E467A0D-43BD-4FB4-AA69-1AB932C363BB}" type="pres">
      <dgm:prSet presAssocID="{38A41598-5B1C-4B9A-B76E-2BBA9B02DE97}" presName="hierRoot1" presStyleCnt="0"/>
      <dgm:spPr/>
    </dgm:pt>
    <dgm:pt modelId="{7A2731CA-6F66-497D-946E-71577BFC3C24}" type="pres">
      <dgm:prSet presAssocID="{38A41598-5B1C-4B9A-B76E-2BBA9B02DE97}" presName="composite" presStyleCnt="0"/>
      <dgm:spPr/>
    </dgm:pt>
    <dgm:pt modelId="{69B15A99-CCB2-4286-9064-4121816030C6}" type="pres">
      <dgm:prSet presAssocID="{38A41598-5B1C-4B9A-B76E-2BBA9B02DE97}" presName="background" presStyleLbl="node0" presStyleIdx="1" presStyleCnt="3"/>
      <dgm:spPr/>
    </dgm:pt>
    <dgm:pt modelId="{266E3EBC-4E77-4B7C-B344-BC406AA61926}" type="pres">
      <dgm:prSet presAssocID="{38A41598-5B1C-4B9A-B76E-2BBA9B02DE97}" presName="text" presStyleLbl="fgAcc0" presStyleIdx="1" presStyleCnt="3">
        <dgm:presLayoutVars>
          <dgm:chPref val="3"/>
        </dgm:presLayoutVars>
      </dgm:prSet>
      <dgm:spPr/>
    </dgm:pt>
    <dgm:pt modelId="{C9B76D05-2DBC-4740-86D8-FB7EEE330BB1}" type="pres">
      <dgm:prSet presAssocID="{38A41598-5B1C-4B9A-B76E-2BBA9B02DE97}" presName="hierChild2" presStyleCnt="0"/>
      <dgm:spPr/>
    </dgm:pt>
    <dgm:pt modelId="{847E2A20-2E15-4DD5-8EC8-3EF910A45C55}" type="pres">
      <dgm:prSet presAssocID="{48747730-25D1-41FA-BA9B-B5F48E64A627}" presName="hierRoot1" presStyleCnt="0"/>
      <dgm:spPr/>
    </dgm:pt>
    <dgm:pt modelId="{A78430BC-3D28-4111-946D-7D1FC3373067}" type="pres">
      <dgm:prSet presAssocID="{48747730-25D1-41FA-BA9B-B5F48E64A627}" presName="composite" presStyleCnt="0"/>
      <dgm:spPr/>
    </dgm:pt>
    <dgm:pt modelId="{B2A7287E-7182-453E-88B2-B12F9320386B}" type="pres">
      <dgm:prSet presAssocID="{48747730-25D1-41FA-BA9B-B5F48E64A627}" presName="background" presStyleLbl="node0" presStyleIdx="2" presStyleCnt="3"/>
      <dgm:spPr/>
    </dgm:pt>
    <dgm:pt modelId="{3CCD8288-2A0B-4114-A88E-509C585B2F7E}" type="pres">
      <dgm:prSet presAssocID="{48747730-25D1-41FA-BA9B-B5F48E64A627}" presName="text" presStyleLbl="fgAcc0" presStyleIdx="2" presStyleCnt="3">
        <dgm:presLayoutVars>
          <dgm:chPref val="3"/>
        </dgm:presLayoutVars>
      </dgm:prSet>
      <dgm:spPr/>
    </dgm:pt>
    <dgm:pt modelId="{B2B30E5A-3BF3-45AA-8D9E-BC400955FA67}" type="pres">
      <dgm:prSet presAssocID="{48747730-25D1-41FA-BA9B-B5F48E64A627}" presName="hierChild2" presStyleCnt="0"/>
      <dgm:spPr/>
    </dgm:pt>
  </dgm:ptLst>
  <dgm:cxnLst>
    <dgm:cxn modelId="{CB937F02-BF69-4EF0-AC9F-42F217BA5ABC}" srcId="{84471D87-0E42-43FC-994C-BFE0C53C02A4}" destId="{48747730-25D1-41FA-BA9B-B5F48E64A627}" srcOrd="2" destOrd="0" parTransId="{A22DA2FC-C955-481E-BDC7-32D960A87D6C}" sibTransId="{1E0F2ECE-5BB4-47C9-BD90-CC424D1DD859}"/>
    <dgm:cxn modelId="{51DC8D14-A1D1-4FCD-B771-7A8661132876}" type="presOf" srcId="{48747730-25D1-41FA-BA9B-B5F48E64A627}" destId="{3CCD8288-2A0B-4114-A88E-509C585B2F7E}" srcOrd="0" destOrd="0" presId="urn:microsoft.com/office/officeart/2005/8/layout/hierarchy1"/>
    <dgm:cxn modelId="{23129E2E-7C6A-45C4-AC55-9BB4B451FC05}" type="presOf" srcId="{3EBDC576-4E10-433C-BCFD-0F786CCEC856}" destId="{5A48ABB7-DB8C-4C9B-86A0-A87CAD20775F}" srcOrd="0" destOrd="0" presId="urn:microsoft.com/office/officeart/2005/8/layout/hierarchy1"/>
    <dgm:cxn modelId="{9FE0545D-F607-4561-873F-8BE2FDC9D6BA}" type="presOf" srcId="{84471D87-0E42-43FC-994C-BFE0C53C02A4}" destId="{3FBE4682-6939-4AC1-B695-FE939C5FEC50}" srcOrd="0" destOrd="0" presId="urn:microsoft.com/office/officeart/2005/8/layout/hierarchy1"/>
    <dgm:cxn modelId="{2188178B-8943-4F67-AD4C-A54E155F64C9}" type="presOf" srcId="{38A41598-5B1C-4B9A-B76E-2BBA9B02DE97}" destId="{266E3EBC-4E77-4B7C-B344-BC406AA61926}" srcOrd="0" destOrd="0" presId="urn:microsoft.com/office/officeart/2005/8/layout/hierarchy1"/>
    <dgm:cxn modelId="{BC64CEBE-8700-42C8-B074-DD827C92A2D7}" srcId="{84471D87-0E42-43FC-994C-BFE0C53C02A4}" destId="{3EBDC576-4E10-433C-BCFD-0F786CCEC856}" srcOrd="0" destOrd="0" parTransId="{12F4FFB7-DAA1-42CB-9B99-FA6A66903E6F}" sibTransId="{C2CAB946-C204-436C-A457-6A44DFF441F6}"/>
    <dgm:cxn modelId="{188FA2F2-DB4B-41D8-AF8E-4C41FD4BEAAC}" srcId="{84471D87-0E42-43FC-994C-BFE0C53C02A4}" destId="{38A41598-5B1C-4B9A-B76E-2BBA9B02DE97}" srcOrd="1" destOrd="0" parTransId="{DFF4337A-B99D-444D-A308-C549D3BEB904}" sibTransId="{F129EBB4-D545-4D5A-8348-54AC23995F42}"/>
    <dgm:cxn modelId="{E4973879-F2C0-456C-AF8E-E4A0586A61C4}" type="presParOf" srcId="{3FBE4682-6939-4AC1-B695-FE939C5FEC50}" destId="{EFD7F1F6-CABB-401F-A079-7241EA95F23F}" srcOrd="0" destOrd="0" presId="urn:microsoft.com/office/officeart/2005/8/layout/hierarchy1"/>
    <dgm:cxn modelId="{A240A092-7FE9-43C4-9F78-B91B59FA2F9F}" type="presParOf" srcId="{EFD7F1F6-CABB-401F-A079-7241EA95F23F}" destId="{F8E4BC46-1D08-498E-8752-62E0046CAB33}" srcOrd="0" destOrd="0" presId="urn:microsoft.com/office/officeart/2005/8/layout/hierarchy1"/>
    <dgm:cxn modelId="{B8DCFE91-07F6-43D9-B32A-132D5CDD795F}" type="presParOf" srcId="{F8E4BC46-1D08-498E-8752-62E0046CAB33}" destId="{EC9E66B1-C800-48BF-A421-820A2A7A4FFB}" srcOrd="0" destOrd="0" presId="urn:microsoft.com/office/officeart/2005/8/layout/hierarchy1"/>
    <dgm:cxn modelId="{1068B30D-3F89-48C9-93A2-1D5CA4413A5D}" type="presParOf" srcId="{F8E4BC46-1D08-498E-8752-62E0046CAB33}" destId="{5A48ABB7-DB8C-4C9B-86A0-A87CAD20775F}" srcOrd="1" destOrd="0" presId="urn:microsoft.com/office/officeart/2005/8/layout/hierarchy1"/>
    <dgm:cxn modelId="{DFDFD8B2-0D13-4CB7-A3C3-B073EBA5D6E0}" type="presParOf" srcId="{EFD7F1F6-CABB-401F-A079-7241EA95F23F}" destId="{72633990-4B7B-4FD7-AB5C-4E7597B88D41}" srcOrd="1" destOrd="0" presId="urn:microsoft.com/office/officeart/2005/8/layout/hierarchy1"/>
    <dgm:cxn modelId="{D081DD10-28E2-4CE7-BB6E-0E14365793D8}" type="presParOf" srcId="{3FBE4682-6939-4AC1-B695-FE939C5FEC50}" destId="{0E467A0D-43BD-4FB4-AA69-1AB932C363BB}" srcOrd="1" destOrd="0" presId="urn:microsoft.com/office/officeart/2005/8/layout/hierarchy1"/>
    <dgm:cxn modelId="{9D12C764-4CD0-4AD5-8D66-CAB92AF1FD57}" type="presParOf" srcId="{0E467A0D-43BD-4FB4-AA69-1AB932C363BB}" destId="{7A2731CA-6F66-497D-946E-71577BFC3C24}" srcOrd="0" destOrd="0" presId="urn:microsoft.com/office/officeart/2005/8/layout/hierarchy1"/>
    <dgm:cxn modelId="{136F6B5F-310F-4F73-B0E9-E52AF66A0830}" type="presParOf" srcId="{7A2731CA-6F66-497D-946E-71577BFC3C24}" destId="{69B15A99-CCB2-4286-9064-4121816030C6}" srcOrd="0" destOrd="0" presId="urn:microsoft.com/office/officeart/2005/8/layout/hierarchy1"/>
    <dgm:cxn modelId="{08F4A160-8E43-4876-A450-9D25B004E41F}" type="presParOf" srcId="{7A2731CA-6F66-497D-946E-71577BFC3C24}" destId="{266E3EBC-4E77-4B7C-B344-BC406AA61926}" srcOrd="1" destOrd="0" presId="urn:microsoft.com/office/officeart/2005/8/layout/hierarchy1"/>
    <dgm:cxn modelId="{0FBAC6C3-1033-4409-8F04-08C8241C9A8F}" type="presParOf" srcId="{0E467A0D-43BD-4FB4-AA69-1AB932C363BB}" destId="{C9B76D05-2DBC-4740-86D8-FB7EEE330BB1}" srcOrd="1" destOrd="0" presId="urn:microsoft.com/office/officeart/2005/8/layout/hierarchy1"/>
    <dgm:cxn modelId="{E3A302C0-F4CA-4C85-BAEB-4538F12D5DD1}" type="presParOf" srcId="{3FBE4682-6939-4AC1-B695-FE939C5FEC50}" destId="{847E2A20-2E15-4DD5-8EC8-3EF910A45C55}" srcOrd="2" destOrd="0" presId="urn:microsoft.com/office/officeart/2005/8/layout/hierarchy1"/>
    <dgm:cxn modelId="{36FA6383-661C-4E1A-A541-D080D103B579}" type="presParOf" srcId="{847E2A20-2E15-4DD5-8EC8-3EF910A45C55}" destId="{A78430BC-3D28-4111-946D-7D1FC3373067}" srcOrd="0" destOrd="0" presId="urn:microsoft.com/office/officeart/2005/8/layout/hierarchy1"/>
    <dgm:cxn modelId="{11BEF815-3D1A-4DCC-BB64-9BEF9D8242BC}" type="presParOf" srcId="{A78430BC-3D28-4111-946D-7D1FC3373067}" destId="{B2A7287E-7182-453E-88B2-B12F9320386B}" srcOrd="0" destOrd="0" presId="urn:microsoft.com/office/officeart/2005/8/layout/hierarchy1"/>
    <dgm:cxn modelId="{9E0EDF27-CEDC-43F0-9515-0615310D467E}" type="presParOf" srcId="{A78430BC-3D28-4111-946D-7D1FC3373067}" destId="{3CCD8288-2A0B-4114-A88E-509C585B2F7E}" srcOrd="1" destOrd="0" presId="urn:microsoft.com/office/officeart/2005/8/layout/hierarchy1"/>
    <dgm:cxn modelId="{278591E7-E295-4B2A-98E6-8E9422D4B14D}" type="presParOf" srcId="{847E2A20-2E15-4DD5-8EC8-3EF910A45C55}" destId="{B2B30E5A-3BF3-45AA-8D9E-BC400955FA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4D00F0-62E6-4E04-9038-A5A87C88B17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4529813-5D2E-432A-A5C4-6390FDA1CCE3}">
      <dgm:prSet/>
      <dgm:spPr/>
      <dgm:t>
        <a:bodyPr/>
        <a:lstStyle/>
        <a:p>
          <a:r>
            <a:rPr lang="en-GB" dirty="0"/>
            <a:t>Develop a machine learning model to forecast the STS crane operating time at ATL and CIT.</a:t>
          </a:r>
          <a:endParaRPr lang="en-US" dirty="0"/>
        </a:p>
      </dgm:t>
    </dgm:pt>
    <dgm:pt modelId="{9A3A4F32-5841-44CF-9FE7-4169511210AE}" type="parTrans" cxnId="{16D6E429-4C9A-44E2-A750-8303339F685C}">
      <dgm:prSet/>
      <dgm:spPr/>
      <dgm:t>
        <a:bodyPr/>
        <a:lstStyle/>
        <a:p>
          <a:endParaRPr lang="en-US"/>
        </a:p>
      </dgm:t>
    </dgm:pt>
    <dgm:pt modelId="{2F8C0F73-46EF-4F4F-82C4-E80D9468A79B}" type="sibTrans" cxnId="{16D6E429-4C9A-44E2-A750-8303339F685C}">
      <dgm:prSet/>
      <dgm:spPr/>
      <dgm:t>
        <a:bodyPr/>
        <a:lstStyle/>
        <a:p>
          <a:endParaRPr lang="en-US"/>
        </a:p>
      </dgm:t>
    </dgm:pt>
    <dgm:pt modelId="{73736B19-245A-4394-9637-598DE93BABCD}">
      <dgm:prSet/>
      <dgm:spPr/>
      <dgm:t>
        <a:bodyPr/>
        <a:lstStyle/>
        <a:p>
          <a:r>
            <a:rPr lang="en-GB" dirty="0"/>
            <a:t>Provide an API that returns forecasting graphs based on user-selected machines and time periods (days or weeks).</a:t>
          </a:r>
          <a:endParaRPr lang="en-US" dirty="0"/>
        </a:p>
      </dgm:t>
    </dgm:pt>
    <dgm:pt modelId="{15B64D60-BC6D-4ADA-A892-B71002CBD90C}" type="parTrans" cxnId="{5509E7A3-9C01-4C02-AB1B-EC33F6978958}">
      <dgm:prSet/>
      <dgm:spPr/>
      <dgm:t>
        <a:bodyPr/>
        <a:lstStyle/>
        <a:p>
          <a:endParaRPr lang="en-US"/>
        </a:p>
      </dgm:t>
    </dgm:pt>
    <dgm:pt modelId="{6C7BCE77-1A7F-4EBE-8CD1-1C59072DEFC2}" type="sibTrans" cxnId="{5509E7A3-9C01-4C02-AB1B-EC33F6978958}">
      <dgm:prSet/>
      <dgm:spPr/>
      <dgm:t>
        <a:bodyPr/>
        <a:lstStyle/>
        <a:p>
          <a:endParaRPr lang="en-US"/>
        </a:p>
      </dgm:t>
    </dgm:pt>
    <dgm:pt modelId="{A79943F2-F92B-45BA-B283-B9D675484D1D}" type="pres">
      <dgm:prSet presAssocID="{5C4D00F0-62E6-4E04-9038-A5A87C88B1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035C13-B0B2-447C-982A-F1A68DA591DB}" type="pres">
      <dgm:prSet presAssocID="{C4529813-5D2E-432A-A5C4-6390FDA1CCE3}" presName="hierRoot1" presStyleCnt="0"/>
      <dgm:spPr/>
    </dgm:pt>
    <dgm:pt modelId="{60F8CDF6-28F2-4931-B72E-52834B45B720}" type="pres">
      <dgm:prSet presAssocID="{C4529813-5D2E-432A-A5C4-6390FDA1CCE3}" presName="composite" presStyleCnt="0"/>
      <dgm:spPr/>
    </dgm:pt>
    <dgm:pt modelId="{5F02E00B-C275-41B9-BD31-3B259050F1A1}" type="pres">
      <dgm:prSet presAssocID="{C4529813-5D2E-432A-A5C4-6390FDA1CCE3}" presName="background" presStyleLbl="node0" presStyleIdx="0" presStyleCnt="2"/>
      <dgm:spPr/>
    </dgm:pt>
    <dgm:pt modelId="{E7BD581A-B274-444D-9763-4810BA43BC51}" type="pres">
      <dgm:prSet presAssocID="{C4529813-5D2E-432A-A5C4-6390FDA1CCE3}" presName="text" presStyleLbl="fgAcc0" presStyleIdx="0" presStyleCnt="2">
        <dgm:presLayoutVars>
          <dgm:chPref val="3"/>
        </dgm:presLayoutVars>
      </dgm:prSet>
      <dgm:spPr/>
    </dgm:pt>
    <dgm:pt modelId="{121716EF-B74D-4806-B7CE-3CC5FFC9466E}" type="pres">
      <dgm:prSet presAssocID="{C4529813-5D2E-432A-A5C4-6390FDA1CCE3}" presName="hierChild2" presStyleCnt="0"/>
      <dgm:spPr/>
    </dgm:pt>
    <dgm:pt modelId="{AB1E1057-22CD-4B63-BF9A-950F4954DBFA}" type="pres">
      <dgm:prSet presAssocID="{73736B19-245A-4394-9637-598DE93BABCD}" presName="hierRoot1" presStyleCnt="0"/>
      <dgm:spPr/>
    </dgm:pt>
    <dgm:pt modelId="{EE48C39C-E36F-411A-BF1D-4F927431CE10}" type="pres">
      <dgm:prSet presAssocID="{73736B19-245A-4394-9637-598DE93BABCD}" presName="composite" presStyleCnt="0"/>
      <dgm:spPr/>
    </dgm:pt>
    <dgm:pt modelId="{C971BFC3-B81D-4694-8BF6-94FE469804EC}" type="pres">
      <dgm:prSet presAssocID="{73736B19-245A-4394-9637-598DE93BABCD}" presName="background" presStyleLbl="node0" presStyleIdx="1" presStyleCnt="2"/>
      <dgm:spPr/>
    </dgm:pt>
    <dgm:pt modelId="{162C2D79-AD46-4356-AB47-80334468A704}" type="pres">
      <dgm:prSet presAssocID="{73736B19-245A-4394-9637-598DE93BABCD}" presName="text" presStyleLbl="fgAcc0" presStyleIdx="1" presStyleCnt="2">
        <dgm:presLayoutVars>
          <dgm:chPref val="3"/>
        </dgm:presLayoutVars>
      </dgm:prSet>
      <dgm:spPr/>
    </dgm:pt>
    <dgm:pt modelId="{84821378-EBA2-4704-AD9D-6CD663467671}" type="pres">
      <dgm:prSet presAssocID="{73736B19-245A-4394-9637-598DE93BABCD}" presName="hierChild2" presStyleCnt="0"/>
      <dgm:spPr/>
    </dgm:pt>
  </dgm:ptLst>
  <dgm:cxnLst>
    <dgm:cxn modelId="{75085C0A-813D-4512-8E97-894659718288}" type="presOf" srcId="{5C4D00F0-62E6-4E04-9038-A5A87C88B179}" destId="{A79943F2-F92B-45BA-B283-B9D675484D1D}" srcOrd="0" destOrd="0" presId="urn:microsoft.com/office/officeart/2005/8/layout/hierarchy1"/>
    <dgm:cxn modelId="{16D6E429-4C9A-44E2-A750-8303339F685C}" srcId="{5C4D00F0-62E6-4E04-9038-A5A87C88B179}" destId="{C4529813-5D2E-432A-A5C4-6390FDA1CCE3}" srcOrd="0" destOrd="0" parTransId="{9A3A4F32-5841-44CF-9FE7-4169511210AE}" sibTransId="{2F8C0F73-46EF-4F4F-82C4-E80D9468A79B}"/>
    <dgm:cxn modelId="{D90D07A0-78E4-42CA-8DC3-D8C590D19DB6}" type="presOf" srcId="{73736B19-245A-4394-9637-598DE93BABCD}" destId="{162C2D79-AD46-4356-AB47-80334468A704}" srcOrd="0" destOrd="0" presId="urn:microsoft.com/office/officeart/2005/8/layout/hierarchy1"/>
    <dgm:cxn modelId="{5509E7A3-9C01-4C02-AB1B-EC33F6978958}" srcId="{5C4D00F0-62E6-4E04-9038-A5A87C88B179}" destId="{73736B19-245A-4394-9637-598DE93BABCD}" srcOrd="1" destOrd="0" parTransId="{15B64D60-BC6D-4ADA-A892-B71002CBD90C}" sibTransId="{6C7BCE77-1A7F-4EBE-8CD1-1C59072DEFC2}"/>
    <dgm:cxn modelId="{D2EAE9CC-ED3F-4966-8CDF-BA6DD05163A3}" type="presOf" srcId="{C4529813-5D2E-432A-A5C4-6390FDA1CCE3}" destId="{E7BD581A-B274-444D-9763-4810BA43BC51}" srcOrd="0" destOrd="0" presId="urn:microsoft.com/office/officeart/2005/8/layout/hierarchy1"/>
    <dgm:cxn modelId="{24973233-6935-4AF9-9803-D12CC10AEF4E}" type="presParOf" srcId="{A79943F2-F92B-45BA-B283-B9D675484D1D}" destId="{30035C13-B0B2-447C-982A-F1A68DA591DB}" srcOrd="0" destOrd="0" presId="urn:microsoft.com/office/officeart/2005/8/layout/hierarchy1"/>
    <dgm:cxn modelId="{BC7613E0-7CD3-43E7-B15D-BBB360CB51F3}" type="presParOf" srcId="{30035C13-B0B2-447C-982A-F1A68DA591DB}" destId="{60F8CDF6-28F2-4931-B72E-52834B45B720}" srcOrd="0" destOrd="0" presId="urn:microsoft.com/office/officeart/2005/8/layout/hierarchy1"/>
    <dgm:cxn modelId="{5F212396-92F2-4B71-9BA1-827EF5CBF328}" type="presParOf" srcId="{60F8CDF6-28F2-4931-B72E-52834B45B720}" destId="{5F02E00B-C275-41B9-BD31-3B259050F1A1}" srcOrd="0" destOrd="0" presId="urn:microsoft.com/office/officeart/2005/8/layout/hierarchy1"/>
    <dgm:cxn modelId="{1F00675F-60BE-4CB6-A176-88C7D1F4CC97}" type="presParOf" srcId="{60F8CDF6-28F2-4931-B72E-52834B45B720}" destId="{E7BD581A-B274-444D-9763-4810BA43BC51}" srcOrd="1" destOrd="0" presId="urn:microsoft.com/office/officeart/2005/8/layout/hierarchy1"/>
    <dgm:cxn modelId="{0D60D38F-878E-46A5-9EB9-D5A485A9B778}" type="presParOf" srcId="{30035C13-B0B2-447C-982A-F1A68DA591DB}" destId="{121716EF-B74D-4806-B7CE-3CC5FFC9466E}" srcOrd="1" destOrd="0" presId="urn:microsoft.com/office/officeart/2005/8/layout/hierarchy1"/>
    <dgm:cxn modelId="{1BCD8471-D16A-42FA-9DC2-E8793AF8804C}" type="presParOf" srcId="{A79943F2-F92B-45BA-B283-B9D675484D1D}" destId="{AB1E1057-22CD-4B63-BF9A-950F4954DBFA}" srcOrd="1" destOrd="0" presId="urn:microsoft.com/office/officeart/2005/8/layout/hierarchy1"/>
    <dgm:cxn modelId="{A1BEEAAA-866C-4EE4-B5A3-B03FD31F9B53}" type="presParOf" srcId="{AB1E1057-22CD-4B63-BF9A-950F4954DBFA}" destId="{EE48C39C-E36F-411A-BF1D-4F927431CE10}" srcOrd="0" destOrd="0" presId="urn:microsoft.com/office/officeart/2005/8/layout/hierarchy1"/>
    <dgm:cxn modelId="{275E1DCE-C7A5-44AD-A70D-87901751221B}" type="presParOf" srcId="{EE48C39C-E36F-411A-BF1D-4F927431CE10}" destId="{C971BFC3-B81D-4694-8BF6-94FE469804EC}" srcOrd="0" destOrd="0" presId="urn:microsoft.com/office/officeart/2005/8/layout/hierarchy1"/>
    <dgm:cxn modelId="{0969781E-D0AF-4215-B7EA-0E204E193A74}" type="presParOf" srcId="{EE48C39C-E36F-411A-BF1D-4F927431CE10}" destId="{162C2D79-AD46-4356-AB47-80334468A704}" srcOrd="1" destOrd="0" presId="urn:microsoft.com/office/officeart/2005/8/layout/hierarchy1"/>
    <dgm:cxn modelId="{B30D651E-7F25-45E2-93E9-649C5A750634}" type="presParOf" srcId="{AB1E1057-22CD-4B63-BF9A-950F4954DBFA}" destId="{84821378-EBA2-4704-AD9D-6CD6634676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117DBE-BA67-420F-9D03-A44356EE30BF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ABC4DAA-DE23-4553-97AC-213367D548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/>
            <a:t>Rows: 26,978</a:t>
          </a:r>
          <a:endParaRPr lang="en-US" sz="2000"/>
        </a:p>
      </dgm:t>
    </dgm:pt>
    <dgm:pt modelId="{A54A0EDF-8613-4006-A665-F0E6A13FFAD1}" type="parTrans" cxnId="{5BDA59DF-03A9-4BB3-A8F2-A509E9C0D5AD}">
      <dgm:prSet/>
      <dgm:spPr/>
      <dgm:t>
        <a:bodyPr/>
        <a:lstStyle/>
        <a:p>
          <a:endParaRPr lang="en-US"/>
        </a:p>
      </dgm:t>
    </dgm:pt>
    <dgm:pt modelId="{D0CBC006-2E03-4C2D-B55B-87F6598F8674}" type="sibTrans" cxnId="{5BDA59DF-03A9-4BB3-A8F2-A509E9C0D5AD}">
      <dgm:prSet/>
      <dgm:spPr/>
      <dgm:t>
        <a:bodyPr/>
        <a:lstStyle/>
        <a:p>
          <a:endParaRPr lang="en-US"/>
        </a:p>
      </dgm:t>
    </dgm:pt>
    <dgm:pt modelId="{4103A092-EE8A-4873-A48B-043D62DED3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Columns: 14 (including Operating Time, Networking Time, Equipment Details, and Date Fields)</a:t>
          </a:r>
          <a:endParaRPr lang="en-US" sz="2000" dirty="0"/>
        </a:p>
      </dgm:t>
    </dgm:pt>
    <dgm:pt modelId="{DE329575-E577-4EEA-B1AD-8ED86E65B6E3}" type="parTrans" cxnId="{037AD22A-BD6C-4231-A39F-F60178576A1A}">
      <dgm:prSet/>
      <dgm:spPr/>
      <dgm:t>
        <a:bodyPr/>
        <a:lstStyle/>
        <a:p>
          <a:endParaRPr lang="en-US"/>
        </a:p>
      </dgm:t>
    </dgm:pt>
    <dgm:pt modelId="{EBD41269-4BD0-44F8-BC78-40DF728888C9}" type="sibTrans" cxnId="{037AD22A-BD6C-4231-A39F-F60178576A1A}">
      <dgm:prSet/>
      <dgm:spPr/>
      <dgm:t>
        <a:bodyPr/>
        <a:lstStyle/>
        <a:p>
          <a:endParaRPr lang="en-US"/>
        </a:p>
      </dgm:t>
    </dgm:pt>
    <dgm:pt modelId="{BD8A7091-9637-4AC5-9D0D-2EE63CC76B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/>
            <a:t>Key Feature: Operating Time (target variable)</a:t>
          </a:r>
          <a:endParaRPr lang="en-US" sz="2000"/>
        </a:p>
      </dgm:t>
    </dgm:pt>
    <dgm:pt modelId="{EB09E739-9382-4CCB-B8C9-B94A03651C47}" type="parTrans" cxnId="{26908B57-D1BF-4190-A9AB-452D91A99291}">
      <dgm:prSet/>
      <dgm:spPr/>
      <dgm:t>
        <a:bodyPr/>
        <a:lstStyle/>
        <a:p>
          <a:endParaRPr lang="en-US"/>
        </a:p>
      </dgm:t>
    </dgm:pt>
    <dgm:pt modelId="{E4BF7945-7803-4946-A1F9-55BADF723596}" type="sibTrans" cxnId="{26908B57-D1BF-4190-A9AB-452D91A99291}">
      <dgm:prSet/>
      <dgm:spPr/>
      <dgm:t>
        <a:bodyPr/>
        <a:lstStyle/>
        <a:p>
          <a:endParaRPr lang="en-US"/>
        </a:p>
      </dgm:t>
    </dgm:pt>
    <dgm:pt modelId="{95B7E7BD-CF20-4EC7-9B84-18A431199979}" type="pres">
      <dgm:prSet presAssocID="{FB117DBE-BA67-420F-9D03-A44356EE30BF}" presName="vert0" presStyleCnt="0">
        <dgm:presLayoutVars>
          <dgm:dir/>
          <dgm:animOne val="branch"/>
          <dgm:animLvl val="lvl"/>
        </dgm:presLayoutVars>
      </dgm:prSet>
      <dgm:spPr/>
    </dgm:pt>
    <dgm:pt modelId="{24A93D24-3652-4758-B274-D1F9AD649178}" type="pres">
      <dgm:prSet presAssocID="{FABC4DAA-DE23-4553-97AC-213367D54810}" presName="thickLine" presStyleLbl="alignNode1" presStyleIdx="0" presStyleCnt="3"/>
      <dgm:spPr/>
    </dgm:pt>
    <dgm:pt modelId="{6EFC6BF5-7761-4851-86AA-F554CC1B2DB2}" type="pres">
      <dgm:prSet presAssocID="{FABC4DAA-DE23-4553-97AC-213367D54810}" presName="horz1" presStyleCnt="0"/>
      <dgm:spPr/>
    </dgm:pt>
    <dgm:pt modelId="{F353921A-E19E-4381-99AE-C793AFEEDEC2}" type="pres">
      <dgm:prSet presAssocID="{FABC4DAA-DE23-4553-97AC-213367D54810}" presName="tx1" presStyleLbl="revTx" presStyleIdx="0" presStyleCnt="3"/>
      <dgm:spPr/>
    </dgm:pt>
    <dgm:pt modelId="{B6BA5AE5-FEC9-42B0-8204-60817DC6C822}" type="pres">
      <dgm:prSet presAssocID="{FABC4DAA-DE23-4553-97AC-213367D54810}" presName="vert1" presStyleCnt="0"/>
      <dgm:spPr/>
    </dgm:pt>
    <dgm:pt modelId="{F22509D3-206F-4252-BFED-087D111C1773}" type="pres">
      <dgm:prSet presAssocID="{4103A092-EE8A-4873-A48B-043D62DED34D}" presName="thickLine" presStyleLbl="alignNode1" presStyleIdx="1" presStyleCnt="3" custLinFactNeighborX="-109" custLinFactNeighborY="8147"/>
      <dgm:spPr/>
    </dgm:pt>
    <dgm:pt modelId="{FE0C2F10-37EF-4BE8-AD24-A31A410503A8}" type="pres">
      <dgm:prSet presAssocID="{4103A092-EE8A-4873-A48B-043D62DED34D}" presName="horz1" presStyleCnt="0"/>
      <dgm:spPr/>
    </dgm:pt>
    <dgm:pt modelId="{5A04A5A1-205D-4CED-835D-54EE31EFB030}" type="pres">
      <dgm:prSet presAssocID="{4103A092-EE8A-4873-A48B-043D62DED34D}" presName="tx1" presStyleLbl="revTx" presStyleIdx="1" presStyleCnt="3" custScaleY="155246"/>
      <dgm:spPr/>
    </dgm:pt>
    <dgm:pt modelId="{238B92A2-13F5-4225-9E7F-2506F51BE913}" type="pres">
      <dgm:prSet presAssocID="{4103A092-EE8A-4873-A48B-043D62DED34D}" presName="vert1" presStyleCnt="0"/>
      <dgm:spPr/>
    </dgm:pt>
    <dgm:pt modelId="{B68B74AD-957F-491C-A87B-5644BA3ED3D9}" type="pres">
      <dgm:prSet presAssocID="{BD8A7091-9637-4AC5-9D0D-2EE63CC76BCB}" presName="thickLine" presStyleLbl="alignNode1" presStyleIdx="2" presStyleCnt="3"/>
      <dgm:spPr/>
    </dgm:pt>
    <dgm:pt modelId="{704F4F60-4AC2-4D4F-A2C6-0D00D5DAA03C}" type="pres">
      <dgm:prSet presAssocID="{BD8A7091-9637-4AC5-9D0D-2EE63CC76BCB}" presName="horz1" presStyleCnt="0"/>
      <dgm:spPr/>
    </dgm:pt>
    <dgm:pt modelId="{7262186C-B790-4C8E-A53F-370A95064D11}" type="pres">
      <dgm:prSet presAssocID="{BD8A7091-9637-4AC5-9D0D-2EE63CC76BCB}" presName="tx1" presStyleLbl="revTx" presStyleIdx="2" presStyleCnt="3"/>
      <dgm:spPr/>
    </dgm:pt>
    <dgm:pt modelId="{87B08FE7-1548-4886-93E3-7A088FF9A713}" type="pres">
      <dgm:prSet presAssocID="{BD8A7091-9637-4AC5-9D0D-2EE63CC76BCB}" presName="vert1" presStyleCnt="0"/>
      <dgm:spPr/>
    </dgm:pt>
  </dgm:ptLst>
  <dgm:cxnLst>
    <dgm:cxn modelId="{079FED0C-D87D-4496-8E95-97A37C841001}" type="presOf" srcId="{FB117DBE-BA67-420F-9D03-A44356EE30BF}" destId="{95B7E7BD-CF20-4EC7-9B84-18A431199979}" srcOrd="0" destOrd="0" presId="urn:microsoft.com/office/officeart/2008/layout/LinedList"/>
    <dgm:cxn modelId="{88D2FD22-F047-43C4-ABD4-0FFAFC9AD2E3}" type="presOf" srcId="{FABC4DAA-DE23-4553-97AC-213367D54810}" destId="{F353921A-E19E-4381-99AE-C793AFEEDEC2}" srcOrd="0" destOrd="0" presId="urn:microsoft.com/office/officeart/2008/layout/LinedList"/>
    <dgm:cxn modelId="{037AD22A-BD6C-4231-A39F-F60178576A1A}" srcId="{FB117DBE-BA67-420F-9D03-A44356EE30BF}" destId="{4103A092-EE8A-4873-A48B-043D62DED34D}" srcOrd="1" destOrd="0" parTransId="{DE329575-E577-4EEA-B1AD-8ED86E65B6E3}" sibTransId="{EBD41269-4BD0-44F8-BC78-40DF728888C9}"/>
    <dgm:cxn modelId="{26908B57-D1BF-4190-A9AB-452D91A99291}" srcId="{FB117DBE-BA67-420F-9D03-A44356EE30BF}" destId="{BD8A7091-9637-4AC5-9D0D-2EE63CC76BCB}" srcOrd="2" destOrd="0" parTransId="{EB09E739-9382-4CCB-B8C9-B94A03651C47}" sibTransId="{E4BF7945-7803-4946-A1F9-55BADF723596}"/>
    <dgm:cxn modelId="{DB5560B1-0AD6-4AD7-87FC-4A8E40ECB596}" type="presOf" srcId="{4103A092-EE8A-4873-A48B-043D62DED34D}" destId="{5A04A5A1-205D-4CED-835D-54EE31EFB030}" srcOrd="0" destOrd="0" presId="urn:microsoft.com/office/officeart/2008/layout/LinedList"/>
    <dgm:cxn modelId="{5BDA59DF-03A9-4BB3-A8F2-A509E9C0D5AD}" srcId="{FB117DBE-BA67-420F-9D03-A44356EE30BF}" destId="{FABC4DAA-DE23-4553-97AC-213367D54810}" srcOrd="0" destOrd="0" parTransId="{A54A0EDF-8613-4006-A665-F0E6A13FFAD1}" sibTransId="{D0CBC006-2E03-4C2D-B55B-87F6598F8674}"/>
    <dgm:cxn modelId="{F3B966F6-CB7C-464C-B6C3-1066603D287E}" type="presOf" srcId="{BD8A7091-9637-4AC5-9D0D-2EE63CC76BCB}" destId="{7262186C-B790-4C8E-A53F-370A95064D11}" srcOrd="0" destOrd="0" presId="urn:microsoft.com/office/officeart/2008/layout/LinedList"/>
    <dgm:cxn modelId="{70E600BB-683D-4801-86DB-376E07E2AD36}" type="presParOf" srcId="{95B7E7BD-CF20-4EC7-9B84-18A431199979}" destId="{24A93D24-3652-4758-B274-D1F9AD649178}" srcOrd="0" destOrd="0" presId="urn:microsoft.com/office/officeart/2008/layout/LinedList"/>
    <dgm:cxn modelId="{CE7BF08C-FC30-450C-AFC7-D851AC2F505B}" type="presParOf" srcId="{95B7E7BD-CF20-4EC7-9B84-18A431199979}" destId="{6EFC6BF5-7761-4851-86AA-F554CC1B2DB2}" srcOrd="1" destOrd="0" presId="urn:microsoft.com/office/officeart/2008/layout/LinedList"/>
    <dgm:cxn modelId="{AEC5CDB0-2A01-4489-97FB-16A9EC5F8A0D}" type="presParOf" srcId="{6EFC6BF5-7761-4851-86AA-F554CC1B2DB2}" destId="{F353921A-E19E-4381-99AE-C793AFEEDEC2}" srcOrd="0" destOrd="0" presId="urn:microsoft.com/office/officeart/2008/layout/LinedList"/>
    <dgm:cxn modelId="{04F8B79A-AD37-4EEC-9B03-A0FC43618D75}" type="presParOf" srcId="{6EFC6BF5-7761-4851-86AA-F554CC1B2DB2}" destId="{B6BA5AE5-FEC9-42B0-8204-60817DC6C822}" srcOrd="1" destOrd="0" presId="urn:microsoft.com/office/officeart/2008/layout/LinedList"/>
    <dgm:cxn modelId="{5F7B424C-E732-4EEF-B9DE-2162E8A2A483}" type="presParOf" srcId="{95B7E7BD-CF20-4EC7-9B84-18A431199979}" destId="{F22509D3-206F-4252-BFED-087D111C1773}" srcOrd="2" destOrd="0" presId="urn:microsoft.com/office/officeart/2008/layout/LinedList"/>
    <dgm:cxn modelId="{0EDA1069-CB13-4FD7-8003-92B5F9A74E71}" type="presParOf" srcId="{95B7E7BD-CF20-4EC7-9B84-18A431199979}" destId="{FE0C2F10-37EF-4BE8-AD24-A31A410503A8}" srcOrd="3" destOrd="0" presId="urn:microsoft.com/office/officeart/2008/layout/LinedList"/>
    <dgm:cxn modelId="{9E0D470D-C2A9-4D5E-AECC-4AD387C311B6}" type="presParOf" srcId="{FE0C2F10-37EF-4BE8-AD24-A31A410503A8}" destId="{5A04A5A1-205D-4CED-835D-54EE31EFB030}" srcOrd="0" destOrd="0" presId="urn:microsoft.com/office/officeart/2008/layout/LinedList"/>
    <dgm:cxn modelId="{F58D2309-16C3-435E-8E0E-72AED9AE8E9F}" type="presParOf" srcId="{FE0C2F10-37EF-4BE8-AD24-A31A410503A8}" destId="{238B92A2-13F5-4225-9E7F-2506F51BE913}" srcOrd="1" destOrd="0" presId="urn:microsoft.com/office/officeart/2008/layout/LinedList"/>
    <dgm:cxn modelId="{E8250CF7-F18E-44DD-8176-9E1D6C2A196F}" type="presParOf" srcId="{95B7E7BD-CF20-4EC7-9B84-18A431199979}" destId="{B68B74AD-957F-491C-A87B-5644BA3ED3D9}" srcOrd="4" destOrd="0" presId="urn:microsoft.com/office/officeart/2008/layout/LinedList"/>
    <dgm:cxn modelId="{0F647DDE-1154-4FFA-A7BA-AF4DA76F2B45}" type="presParOf" srcId="{95B7E7BD-CF20-4EC7-9B84-18A431199979}" destId="{704F4F60-4AC2-4D4F-A2C6-0D00D5DAA03C}" srcOrd="5" destOrd="0" presId="urn:microsoft.com/office/officeart/2008/layout/LinedList"/>
    <dgm:cxn modelId="{A24CC462-21E3-4429-B887-0392D28FD506}" type="presParOf" srcId="{704F4F60-4AC2-4D4F-A2C6-0D00D5DAA03C}" destId="{7262186C-B790-4C8E-A53F-370A95064D11}" srcOrd="0" destOrd="0" presId="urn:microsoft.com/office/officeart/2008/layout/LinedList"/>
    <dgm:cxn modelId="{7C210F74-261C-49C5-BBC5-4BB320626888}" type="presParOf" srcId="{704F4F60-4AC2-4D4F-A2C6-0D00D5DAA03C}" destId="{87B08FE7-1548-4886-93E3-7A088FF9A7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310F11-4640-4F06-8F45-A12028E12D0D}" type="doc">
      <dgm:prSet loTypeId="urn:microsoft.com/office/officeart/2008/layout/LinedList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8D50DDB-0E3C-4D73-87C7-BA100C5AD9A5}">
      <dgm:prSet/>
      <dgm:spPr/>
      <dgm:t>
        <a:bodyPr/>
        <a:lstStyle/>
        <a:p>
          <a:r>
            <a:rPr lang="en-GB" dirty="0"/>
            <a:t>Converted date columns to `datetime` format.</a:t>
          </a:r>
          <a:endParaRPr lang="en-US" dirty="0"/>
        </a:p>
      </dgm:t>
    </dgm:pt>
    <dgm:pt modelId="{ED33D272-04E9-4BB3-834E-22D25BDBDA71}" type="parTrans" cxnId="{7E09308A-5EF6-4B93-8398-8DB24C62BEC2}">
      <dgm:prSet/>
      <dgm:spPr/>
      <dgm:t>
        <a:bodyPr/>
        <a:lstStyle/>
        <a:p>
          <a:endParaRPr lang="en-US"/>
        </a:p>
      </dgm:t>
    </dgm:pt>
    <dgm:pt modelId="{5D977A4D-3B9C-4B99-9402-D78BEC4AC48F}" type="sibTrans" cxnId="{7E09308A-5EF6-4B93-8398-8DB24C62BEC2}">
      <dgm:prSet/>
      <dgm:spPr/>
      <dgm:t>
        <a:bodyPr/>
        <a:lstStyle/>
        <a:p>
          <a:endParaRPr lang="en-US"/>
        </a:p>
      </dgm:t>
    </dgm:pt>
    <dgm:pt modelId="{6B212C0C-43DC-435E-8C86-163A41779F64}">
      <dgm:prSet/>
      <dgm:spPr/>
      <dgm:t>
        <a:bodyPr/>
        <a:lstStyle/>
        <a:p>
          <a:r>
            <a:rPr lang="en-GB" dirty="0"/>
            <a:t>Removed outliers from 'Operating Time' using IQR method.</a:t>
          </a:r>
          <a:endParaRPr lang="en-US" dirty="0"/>
        </a:p>
      </dgm:t>
    </dgm:pt>
    <dgm:pt modelId="{A88D035D-EA3B-4787-A1B1-CC97F3505AAE}" type="parTrans" cxnId="{537B119D-591B-4F5C-910B-C5565A5FEAF9}">
      <dgm:prSet/>
      <dgm:spPr/>
      <dgm:t>
        <a:bodyPr/>
        <a:lstStyle/>
        <a:p>
          <a:endParaRPr lang="en-US"/>
        </a:p>
      </dgm:t>
    </dgm:pt>
    <dgm:pt modelId="{0B096E89-F639-472E-AD19-4072791D23A7}" type="sibTrans" cxnId="{537B119D-591B-4F5C-910B-C5565A5FEAF9}">
      <dgm:prSet/>
      <dgm:spPr/>
      <dgm:t>
        <a:bodyPr/>
        <a:lstStyle/>
        <a:p>
          <a:endParaRPr lang="en-US"/>
        </a:p>
      </dgm:t>
    </dgm:pt>
    <dgm:pt modelId="{F9A75F9D-7FB8-43A3-A900-4B9E9C9500EB}">
      <dgm:prSet/>
      <dgm:spPr/>
      <dgm:t>
        <a:bodyPr/>
        <a:lstStyle/>
        <a:p>
          <a:r>
            <a:rPr lang="en-GB" dirty="0"/>
            <a:t>Normalized the features to ensure consistency in model training.</a:t>
          </a:r>
          <a:endParaRPr lang="en-US" dirty="0"/>
        </a:p>
      </dgm:t>
    </dgm:pt>
    <dgm:pt modelId="{09D71E1F-7A84-4817-AF5F-46B5E3AF8BD4}" type="parTrans" cxnId="{6C6101A1-3A25-4785-85BB-3D512096D03E}">
      <dgm:prSet/>
      <dgm:spPr/>
      <dgm:t>
        <a:bodyPr/>
        <a:lstStyle/>
        <a:p>
          <a:endParaRPr lang="en-US"/>
        </a:p>
      </dgm:t>
    </dgm:pt>
    <dgm:pt modelId="{CB7A8229-7E8B-45CA-81E8-8ED4EE8E83A2}" type="sibTrans" cxnId="{6C6101A1-3A25-4785-85BB-3D512096D03E}">
      <dgm:prSet/>
      <dgm:spPr/>
      <dgm:t>
        <a:bodyPr/>
        <a:lstStyle/>
        <a:p>
          <a:endParaRPr lang="en-US"/>
        </a:p>
      </dgm:t>
    </dgm:pt>
    <dgm:pt modelId="{DB995626-7C43-4F91-BAF4-D7BD4194C929}">
      <dgm:prSet/>
      <dgm:spPr/>
      <dgm:t>
        <a:bodyPr/>
        <a:lstStyle/>
        <a:p>
          <a:r>
            <a:rPr lang="en-GB" dirty="0"/>
            <a:t>Filtered features: Focused on Networking Time, First Move Date, and Last Move Date.</a:t>
          </a:r>
          <a:endParaRPr lang="en-US" dirty="0"/>
        </a:p>
      </dgm:t>
    </dgm:pt>
    <dgm:pt modelId="{232A8792-31BA-4F47-BD66-C60663CB6910}" type="parTrans" cxnId="{3163B988-20AC-4E01-BD6C-D3AB8136A264}">
      <dgm:prSet/>
      <dgm:spPr/>
      <dgm:t>
        <a:bodyPr/>
        <a:lstStyle/>
        <a:p>
          <a:endParaRPr lang="en-US"/>
        </a:p>
      </dgm:t>
    </dgm:pt>
    <dgm:pt modelId="{CE2FF935-F902-4453-AD30-53C3404447F0}" type="sibTrans" cxnId="{3163B988-20AC-4E01-BD6C-D3AB8136A264}">
      <dgm:prSet/>
      <dgm:spPr/>
      <dgm:t>
        <a:bodyPr/>
        <a:lstStyle/>
        <a:p>
          <a:endParaRPr lang="en-US"/>
        </a:p>
      </dgm:t>
    </dgm:pt>
    <dgm:pt modelId="{4C193283-EC13-4D07-8AA5-E4B959BEAE9B}" type="pres">
      <dgm:prSet presAssocID="{04310F11-4640-4F06-8F45-A12028E12D0D}" presName="vert0" presStyleCnt="0">
        <dgm:presLayoutVars>
          <dgm:dir/>
          <dgm:animOne val="branch"/>
          <dgm:animLvl val="lvl"/>
        </dgm:presLayoutVars>
      </dgm:prSet>
      <dgm:spPr/>
    </dgm:pt>
    <dgm:pt modelId="{2C079C6A-72F8-4AEC-B5FF-36F540A1BF81}" type="pres">
      <dgm:prSet presAssocID="{B8D50DDB-0E3C-4D73-87C7-BA100C5AD9A5}" presName="thickLine" presStyleLbl="alignNode1" presStyleIdx="0" presStyleCnt="4"/>
      <dgm:spPr/>
    </dgm:pt>
    <dgm:pt modelId="{02AD3161-5EED-4AEC-98A2-AFDA269C6E6E}" type="pres">
      <dgm:prSet presAssocID="{B8D50DDB-0E3C-4D73-87C7-BA100C5AD9A5}" presName="horz1" presStyleCnt="0"/>
      <dgm:spPr/>
    </dgm:pt>
    <dgm:pt modelId="{D67253C2-8431-4961-A628-AC158DF2551B}" type="pres">
      <dgm:prSet presAssocID="{B8D50DDB-0E3C-4D73-87C7-BA100C5AD9A5}" presName="tx1" presStyleLbl="revTx" presStyleIdx="0" presStyleCnt="4"/>
      <dgm:spPr/>
    </dgm:pt>
    <dgm:pt modelId="{D85E1677-5FA9-4076-8AE1-9DE7F490BD9F}" type="pres">
      <dgm:prSet presAssocID="{B8D50DDB-0E3C-4D73-87C7-BA100C5AD9A5}" presName="vert1" presStyleCnt="0"/>
      <dgm:spPr/>
    </dgm:pt>
    <dgm:pt modelId="{B387B17B-2951-493A-B8B8-9505FE05ABB4}" type="pres">
      <dgm:prSet presAssocID="{6B212C0C-43DC-435E-8C86-163A41779F64}" presName="thickLine" presStyleLbl="alignNode1" presStyleIdx="1" presStyleCnt="4"/>
      <dgm:spPr/>
    </dgm:pt>
    <dgm:pt modelId="{E8733D13-675E-4CB3-BFC6-DDE59020D223}" type="pres">
      <dgm:prSet presAssocID="{6B212C0C-43DC-435E-8C86-163A41779F64}" presName="horz1" presStyleCnt="0"/>
      <dgm:spPr/>
    </dgm:pt>
    <dgm:pt modelId="{0325B42C-B5C5-42F7-9533-912AE5B3DAB4}" type="pres">
      <dgm:prSet presAssocID="{6B212C0C-43DC-435E-8C86-163A41779F64}" presName="tx1" presStyleLbl="revTx" presStyleIdx="1" presStyleCnt="4"/>
      <dgm:spPr/>
    </dgm:pt>
    <dgm:pt modelId="{5053C913-53C2-4B0A-BDFE-37AAB6EC71D3}" type="pres">
      <dgm:prSet presAssocID="{6B212C0C-43DC-435E-8C86-163A41779F64}" presName="vert1" presStyleCnt="0"/>
      <dgm:spPr/>
    </dgm:pt>
    <dgm:pt modelId="{FD04E1BD-E52D-440E-B6CF-74407A616DB1}" type="pres">
      <dgm:prSet presAssocID="{F9A75F9D-7FB8-43A3-A900-4B9E9C9500EB}" presName="thickLine" presStyleLbl="alignNode1" presStyleIdx="2" presStyleCnt="4"/>
      <dgm:spPr/>
    </dgm:pt>
    <dgm:pt modelId="{8D324CE7-0643-4193-9E8C-EF9040A067BB}" type="pres">
      <dgm:prSet presAssocID="{F9A75F9D-7FB8-43A3-A900-4B9E9C9500EB}" presName="horz1" presStyleCnt="0"/>
      <dgm:spPr/>
    </dgm:pt>
    <dgm:pt modelId="{77323806-1765-4696-BCE0-A0952EB7052B}" type="pres">
      <dgm:prSet presAssocID="{F9A75F9D-7FB8-43A3-A900-4B9E9C9500EB}" presName="tx1" presStyleLbl="revTx" presStyleIdx="2" presStyleCnt="4"/>
      <dgm:spPr/>
    </dgm:pt>
    <dgm:pt modelId="{67279642-ADC3-45BF-BE86-EA94B912CDBD}" type="pres">
      <dgm:prSet presAssocID="{F9A75F9D-7FB8-43A3-A900-4B9E9C9500EB}" presName="vert1" presStyleCnt="0"/>
      <dgm:spPr/>
    </dgm:pt>
    <dgm:pt modelId="{564C3A17-F477-4407-8B95-AFDC34542059}" type="pres">
      <dgm:prSet presAssocID="{DB995626-7C43-4F91-BAF4-D7BD4194C929}" presName="thickLine" presStyleLbl="alignNode1" presStyleIdx="3" presStyleCnt="4"/>
      <dgm:spPr/>
    </dgm:pt>
    <dgm:pt modelId="{1074261C-F9D8-4791-B1C3-E94F911FF91F}" type="pres">
      <dgm:prSet presAssocID="{DB995626-7C43-4F91-BAF4-D7BD4194C929}" presName="horz1" presStyleCnt="0"/>
      <dgm:spPr/>
    </dgm:pt>
    <dgm:pt modelId="{69BD29FE-1751-4CDF-A586-4174AAE1CBD3}" type="pres">
      <dgm:prSet presAssocID="{DB995626-7C43-4F91-BAF4-D7BD4194C929}" presName="tx1" presStyleLbl="revTx" presStyleIdx="3" presStyleCnt="4"/>
      <dgm:spPr/>
    </dgm:pt>
    <dgm:pt modelId="{B5E8D8A8-9748-4C70-B1D1-D92CE8BA6775}" type="pres">
      <dgm:prSet presAssocID="{DB995626-7C43-4F91-BAF4-D7BD4194C929}" presName="vert1" presStyleCnt="0"/>
      <dgm:spPr/>
    </dgm:pt>
  </dgm:ptLst>
  <dgm:cxnLst>
    <dgm:cxn modelId="{782E4B48-7916-4C15-94BE-AE48F7BED974}" type="presOf" srcId="{04310F11-4640-4F06-8F45-A12028E12D0D}" destId="{4C193283-EC13-4D07-8AA5-E4B959BEAE9B}" srcOrd="0" destOrd="0" presId="urn:microsoft.com/office/officeart/2008/layout/LinedList"/>
    <dgm:cxn modelId="{37AA974F-F484-4E1F-A3E4-B58DAE7D0260}" type="presOf" srcId="{F9A75F9D-7FB8-43A3-A900-4B9E9C9500EB}" destId="{77323806-1765-4696-BCE0-A0952EB7052B}" srcOrd="0" destOrd="0" presId="urn:microsoft.com/office/officeart/2008/layout/LinedList"/>
    <dgm:cxn modelId="{A5DE2377-5D02-4522-8F7E-AECC0B1B4132}" type="presOf" srcId="{B8D50DDB-0E3C-4D73-87C7-BA100C5AD9A5}" destId="{D67253C2-8431-4961-A628-AC158DF2551B}" srcOrd="0" destOrd="0" presId="urn:microsoft.com/office/officeart/2008/layout/LinedList"/>
    <dgm:cxn modelId="{3163B988-20AC-4E01-BD6C-D3AB8136A264}" srcId="{04310F11-4640-4F06-8F45-A12028E12D0D}" destId="{DB995626-7C43-4F91-BAF4-D7BD4194C929}" srcOrd="3" destOrd="0" parTransId="{232A8792-31BA-4F47-BD66-C60663CB6910}" sibTransId="{CE2FF935-F902-4453-AD30-53C3404447F0}"/>
    <dgm:cxn modelId="{7E09308A-5EF6-4B93-8398-8DB24C62BEC2}" srcId="{04310F11-4640-4F06-8F45-A12028E12D0D}" destId="{B8D50DDB-0E3C-4D73-87C7-BA100C5AD9A5}" srcOrd="0" destOrd="0" parTransId="{ED33D272-04E9-4BB3-834E-22D25BDBDA71}" sibTransId="{5D977A4D-3B9C-4B99-9402-D78BEC4AC48F}"/>
    <dgm:cxn modelId="{537B119D-591B-4F5C-910B-C5565A5FEAF9}" srcId="{04310F11-4640-4F06-8F45-A12028E12D0D}" destId="{6B212C0C-43DC-435E-8C86-163A41779F64}" srcOrd="1" destOrd="0" parTransId="{A88D035D-EA3B-4787-A1B1-CC97F3505AAE}" sibTransId="{0B096E89-F639-472E-AD19-4072791D23A7}"/>
    <dgm:cxn modelId="{6C6101A1-3A25-4785-85BB-3D512096D03E}" srcId="{04310F11-4640-4F06-8F45-A12028E12D0D}" destId="{F9A75F9D-7FB8-43A3-A900-4B9E9C9500EB}" srcOrd="2" destOrd="0" parTransId="{09D71E1F-7A84-4817-AF5F-46B5E3AF8BD4}" sibTransId="{CB7A8229-7E8B-45CA-81E8-8ED4EE8E83A2}"/>
    <dgm:cxn modelId="{6BF7F8C0-3E44-4C41-8741-61D76C6D2FB6}" type="presOf" srcId="{6B212C0C-43DC-435E-8C86-163A41779F64}" destId="{0325B42C-B5C5-42F7-9533-912AE5B3DAB4}" srcOrd="0" destOrd="0" presId="urn:microsoft.com/office/officeart/2008/layout/LinedList"/>
    <dgm:cxn modelId="{8D4D20C6-E119-4D1C-90B7-0761A35A5BFE}" type="presOf" srcId="{DB995626-7C43-4F91-BAF4-D7BD4194C929}" destId="{69BD29FE-1751-4CDF-A586-4174AAE1CBD3}" srcOrd="0" destOrd="0" presId="urn:microsoft.com/office/officeart/2008/layout/LinedList"/>
    <dgm:cxn modelId="{62CE12CC-F53B-41C6-9BA4-9CF88FEA0581}" type="presParOf" srcId="{4C193283-EC13-4D07-8AA5-E4B959BEAE9B}" destId="{2C079C6A-72F8-4AEC-B5FF-36F540A1BF81}" srcOrd="0" destOrd="0" presId="urn:microsoft.com/office/officeart/2008/layout/LinedList"/>
    <dgm:cxn modelId="{5AA892B4-1AFF-461E-9682-DAEF482D4038}" type="presParOf" srcId="{4C193283-EC13-4D07-8AA5-E4B959BEAE9B}" destId="{02AD3161-5EED-4AEC-98A2-AFDA269C6E6E}" srcOrd="1" destOrd="0" presId="urn:microsoft.com/office/officeart/2008/layout/LinedList"/>
    <dgm:cxn modelId="{6395A122-AD18-40B2-827B-DFE86C101A90}" type="presParOf" srcId="{02AD3161-5EED-4AEC-98A2-AFDA269C6E6E}" destId="{D67253C2-8431-4961-A628-AC158DF2551B}" srcOrd="0" destOrd="0" presId="urn:microsoft.com/office/officeart/2008/layout/LinedList"/>
    <dgm:cxn modelId="{D7855E27-A1E7-4D62-AB90-35CBF569D72E}" type="presParOf" srcId="{02AD3161-5EED-4AEC-98A2-AFDA269C6E6E}" destId="{D85E1677-5FA9-4076-8AE1-9DE7F490BD9F}" srcOrd="1" destOrd="0" presId="urn:microsoft.com/office/officeart/2008/layout/LinedList"/>
    <dgm:cxn modelId="{632767EA-6748-43AC-8C54-8CC0646DDC61}" type="presParOf" srcId="{4C193283-EC13-4D07-8AA5-E4B959BEAE9B}" destId="{B387B17B-2951-493A-B8B8-9505FE05ABB4}" srcOrd="2" destOrd="0" presId="urn:microsoft.com/office/officeart/2008/layout/LinedList"/>
    <dgm:cxn modelId="{AD83F700-3465-4B71-B9D7-0D16A017320F}" type="presParOf" srcId="{4C193283-EC13-4D07-8AA5-E4B959BEAE9B}" destId="{E8733D13-675E-4CB3-BFC6-DDE59020D223}" srcOrd="3" destOrd="0" presId="urn:microsoft.com/office/officeart/2008/layout/LinedList"/>
    <dgm:cxn modelId="{B8687C2E-2E2D-42CD-93F9-86723A1033F2}" type="presParOf" srcId="{E8733D13-675E-4CB3-BFC6-DDE59020D223}" destId="{0325B42C-B5C5-42F7-9533-912AE5B3DAB4}" srcOrd="0" destOrd="0" presId="urn:microsoft.com/office/officeart/2008/layout/LinedList"/>
    <dgm:cxn modelId="{C74A890C-1D4C-4811-81AD-C2A5C917F59C}" type="presParOf" srcId="{E8733D13-675E-4CB3-BFC6-DDE59020D223}" destId="{5053C913-53C2-4B0A-BDFE-37AAB6EC71D3}" srcOrd="1" destOrd="0" presId="urn:microsoft.com/office/officeart/2008/layout/LinedList"/>
    <dgm:cxn modelId="{A29A889D-9A09-4C79-91A2-B77868EE0707}" type="presParOf" srcId="{4C193283-EC13-4D07-8AA5-E4B959BEAE9B}" destId="{FD04E1BD-E52D-440E-B6CF-74407A616DB1}" srcOrd="4" destOrd="0" presId="urn:microsoft.com/office/officeart/2008/layout/LinedList"/>
    <dgm:cxn modelId="{1E16F380-D84C-4511-B55E-00F303FE161E}" type="presParOf" srcId="{4C193283-EC13-4D07-8AA5-E4B959BEAE9B}" destId="{8D324CE7-0643-4193-9E8C-EF9040A067BB}" srcOrd="5" destOrd="0" presId="urn:microsoft.com/office/officeart/2008/layout/LinedList"/>
    <dgm:cxn modelId="{47CBBC8C-8525-40EE-BF41-44C381C3221F}" type="presParOf" srcId="{8D324CE7-0643-4193-9E8C-EF9040A067BB}" destId="{77323806-1765-4696-BCE0-A0952EB7052B}" srcOrd="0" destOrd="0" presId="urn:microsoft.com/office/officeart/2008/layout/LinedList"/>
    <dgm:cxn modelId="{92A9047A-037C-42BB-B2C1-EA329B14B1C6}" type="presParOf" srcId="{8D324CE7-0643-4193-9E8C-EF9040A067BB}" destId="{67279642-ADC3-45BF-BE86-EA94B912CDBD}" srcOrd="1" destOrd="0" presId="urn:microsoft.com/office/officeart/2008/layout/LinedList"/>
    <dgm:cxn modelId="{5C5E88D3-0067-4317-BF76-C7C9B81B1776}" type="presParOf" srcId="{4C193283-EC13-4D07-8AA5-E4B959BEAE9B}" destId="{564C3A17-F477-4407-8B95-AFDC34542059}" srcOrd="6" destOrd="0" presId="urn:microsoft.com/office/officeart/2008/layout/LinedList"/>
    <dgm:cxn modelId="{CA339F79-02EB-4895-9B32-F5415188974F}" type="presParOf" srcId="{4C193283-EC13-4D07-8AA5-E4B959BEAE9B}" destId="{1074261C-F9D8-4791-B1C3-E94F911FF91F}" srcOrd="7" destOrd="0" presId="urn:microsoft.com/office/officeart/2008/layout/LinedList"/>
    <dgm:cxn modelId="{330D24B9-8B82-4837-8E4B-37E9696BB5D9}" type="presParOf" srcId="{1074261C-F9D8-4791-B1C3-E94F911FF91F}" destId="{69BD29FE-1751-4CDF-A586-4174AAE1CBD3}" srcOrd="0" destOrd="0" presId="urn:microsoft.com/office/officeart/2008/layout/LinedList"/>
    <dgm:cxn modelId="{D79C2C61-8235-4C81-BEA7-6F91062D33F5}" type="presParOf" srcId="{1074261C-F9D8-4791-B1C3-E94F911FF91F}" destId="{B5E8D8A8-9748-4C70-B1D1-D92CE8BA67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09787-BD3F-4B59-AE08-BC9B35F1992E}">
      <dsp:nvSpPr>
        <dsp:cNvPr id="0" name=""/>
        <dsp:cNvSpPr/>
      </dsp:nvSpPr>
      <dsp:spPr>
        <a:xfrm>
          <a:off x="0" y="0"/>
          <a:ext cx="7931888" cy="907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Africa Gulf Logistics (AGL) operates two major port terminals: Abidjan Terminal Logistics (ATL) and Côte d'Ivoire Terminal (CIT).</a:t>
          </a:r>
          <a:endParaRPr lang="en-US" sz="1900" kern="1200" dirty="0"/>
        </a:p>
      </dsp:txBody>
      <dsp:txXfrm>
        <a:off x="26569" y="26569"/>
        <a:ext cx="6876371" cy="853991"/>
      </dsp:txXfrm>
    </dsp:sp>
    <dsp:sp modelId="{EA2ABCAE-80D2-40EF-A13C-05EB7E95EF21}">
      <dsp:nvSpPr>
        <dsp:cNvPr id="0" name=""/>
        <dsp:cNvSpPr/>
      </dsp:nvSpPr>
      <dsp:spPr>
        <a:xfrm>
          <a:off x="664295" y="1072062"/>
          <a:ext cx="7931888" cy="907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These ports handle a wide variety of vessels, making them crucial for regional and international trade.</a:t>
          </a:r>
          <a:endParaRPr lang="en-US" sz="1900" kern="1200" dirty="0"/>
        </a:p>
      </dsp:txBody>
      <dsp:txXfrm>
        <a:off x="690864" y="1098631"/>
        <a:ext cx="6624819" cy="853991"/>
      </dsp:txXfrm>
    </dsp:sp>
    <dsp:sp modelId="{18459E4E-E58D-45A2-9C10-E5D3D294C85B}">
      <dsp:nvSpPr>
        <dsp:cNvPr id="0" name=""/>
        <dsp:cNvSpPr/>
      </dsp:nvSpPr>
      <dsp:spPr>
        <a:xfrm>
          <a:off x="1318676" y="2144125"/>
          <a:ext cx="7931888" cy="907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Ship-to-Ship cranes (STS) play a key role, and their operating time (active machine time on ships) is a critical KPI.</a:t>
          </a:r>
          <a:endParaRPr lang="en-US" sz="1900" kern="1200" dirty="0"/>
        </a:p>
      </dsp:txBody>
      <dsp:txXfrm>
        <a:off x="1345245" y="2170694"/>
        <a:ext cx="6634734" cy="853991"/>
      </dsp:txXfrm>
    </dsp:sp>
    <dsp:sp modelId="{9AE68EF4-FEF4-4F6D-8625-5F1491DCD0E4}">
      <dsp:nvSpPr>
        <dsp:cNvPr id="0" name=""/>
        <dsp:cNvSpPr/>
      </dsp:nvSpPr>
      <dsp:spPr>
        <a:xfrm>
          <a:off x="1982971" y="3216188"/>
          <a:ext cx="7931888" cy="907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With increasing port traffic, forecasting operating time helps optimize logistics.</a:t>
          </a:r>
          <a:endParaRPr lang="en-US" sz="1900" kern="1200" dirty="0"/>
        </a:p>
      </dsp:txBody>
      <dsp:txXfrm>
        <a:off x="2009540" y="3242757"/>
        <a:ext cx="6624819" cy="853991"/>
      </dsp:txXfrm>
    </dsp:sp>
    <dsp:sp modelId="{DA1B6BA5-7BE5-4B4B-BF0A-AEF606E201BE}">
      <dsp:nvSpPr>
        <dsp:cNvPr id="0" name=""/>
        <dsp:cNvSpPr/>
      </dsp:nvSpPr>
      <dsp:spPr>
        <a:xfrm>
          <a:off x="7342253" y="694779"/>
          <a:ext cx="589634" cy="589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474921" y="694779"/>
        <a:ext cx="324298" cy="443700"/>
      </dsp:txXfrm>
    </dsp:sp>
    <dsp:sp modelId="{10738C50-E7B8-4A92-AF60-B3C9E59A70D6}">
      <dsp:nvSpPr>
        <dsp:cNvPr id="0" name=""/>
        <dsp:cNvSpPr/>
      </dsp:nvSpPr>
      <dsp:spPr>
        <a:xfrm>
          <a:off x="8006549" y="1766841"/>
          <a:ext cx="589634" cy="589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139217" y="1766841"/>
        <a:ext cx="324298" cy="443700"/>
      </dsp:txXfrm>
    </dsp:sp>
    <dsp:sp modelId="{6E1D367C-3FCF-4F3E-A303-FE82BF679422}">
      <dsp:nvSpPr>
        <dsp:cNvPr id="0" name=""/>
        <dsp:cNvSpPr/>
      </dsp:nvSpPr>
      <dsp:spPr>
        <a:xfrm>
          <a:off x="8660929" y="2838904"/>
          <a:ext cx="589634" cy="589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793597" y="2838904"/>
        <a:ext cx="324298" cy="443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E66B1-C800-48BF-A421-820A2A7A4FFB}">
      <dsp:nvSpPr>
        <dsp:cNvPr id="0" name=""/>
        <dsp:cNvSpPr/>
      </dsp:nvSpPr>
      <dsp:spPr>
        <a:xfrm>
          <a:off x="0" y="1518781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8ABB7-DB8C-4C9B-86A0-A87CAD20775F}">
      <dsp:nvSpPr>
        <dsp:cNvPr id="0" name=""/>
        <dsp:cNvSpPr/>
      </dsp:nvSpPr>
      <dsp:spPr>
        <a:xfrm>
          <a:off x="342900" y="184453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AGL needs a forecasting model to predict the operating time of STS cranes at its terminals.</a:t>
          </a:r>
          <a:endParaRPr lang="en-US" sz="2200" kern="1200" dirty="0"/>
        </a:p>
      </dsp:txBody>
      <dsp:txXfrm>
        <a:off x="400297" y="1901933"/>
        <a:ext cx="2971305" cy="1844879"/>
      </dsp:txXfrm>
    </dsp:sp>
    <dsp:sp modelId="{69B15A99-CCB2-4286-9064-4121816030C6}">
      <dsp:nvSpPr>
        <dsp:cNvPr id="0" name=""/>
        <dsp:cNvSpPr/>
      </dsp:nvSpPr>
      <dsp:spPr>
        <a:xfrm>
          <a:off x="3771900" y="1518781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E3EBC-4E77-4B7C-B344-BC406AA61926}">
      <dsp:nvSpPr>
        <dsp:cNvPr id="0" name=""/>
        <dsp:cNvSpPr/>
      </dsp:nvSpPr>
      <dsp:spPr>
        <a:xfrm>
          <a:off x="4114800" y="184453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The operating time varies with traffic, cargo type, and other factors.</a:t>
          </a:r>
          <a:endParaRPr lang="en-US" sz="2200" kern="1200" dirty="0"/>
        </a:p>
      </dsp:txBody>
      <dsp:txXfrm>
        <a:off x="4172197" y="1901933"/>
        <a:ext cx="2971305" cy="1844879"/>
      </dsp:txXfrm>
    </dsp:sp>
    <dsp:sp modelId="{B2A7287E-7182-453E-88B2-B12F9320386B}">
      <dsp:nvSpPr>
        <dsp:cNvPr id="0" name=""/>
        <dsp:cNvSpPr/>
      </dsp:nvSpPr>
      <dsp:spPr>
        <a:xfrm>
          <a:off x="7543800" y="1518781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D8288-2A0B-4114-A88E-509C585B2F7E}">
      <dsp:nvSpPr>
        <dsp:cNvPr id="0" name=""/>
        <dsp:cNvSpPr/>
      </dsp:nvSpPr>
      <dsp:spPr>
        <a:xfrm>
          <a:off x="7886700" y="184453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The objective is to forecast operating time across days, weeks, months, and years to improve efficiency.</a:t>
          </a:r>
          <a:endParaRPr lang="en-US" sz="2200" kern="1200" dirty="0"/>
        </a:p>
      </dsp:txBody>
      <dsp:txXfrm>
        <a:off x="7944097" y="1901933"/>
        <a:ext cx="2971305" cy="18448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2E00B-C275-41B9-BD31-3B259050F1A1}">
      <dsp:nvSpPr>
        <dsp:cNvPr id="0" name=""/>
        <dsp:cNvSpPr/>
      </dsp:nvSpPr>
      <dsp:spPr>
        <a:xfrm>
          <a:off x="1339" y="352204"/>
          <a:ext cx="4701480" cy="2985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D581A-B274-444D-9763-4810BA43BC51}">
      <dsp:nvSpPr>
        <dsp:cNvPr id="0" name=""/>
        <dsp:cNvSpPr/>
      </dsp:nvSpPr>
      <dsp:spPr>
        <a:xfrm>
          <a:off x="523726" y="848471"/>
          <a:ext cx="4701480" cy="2985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Develop a machine learning model to forecast the STS crane operating time at ATL and CIT.</a:t>
          </a:r>
          <a:endParaRPr lang="en-US" sz="3000" kern="1200" dirty="0"/>
        </a:p>
      </dsp:txBody>
      <dsp:txXfrm>
        <a:off x="611167" y="935912"/>
        <a:ext cx="4526598" cy="2810558"/>
      </dsp:txXfrm>
    </dsp:sp>
    <dsp:sp modelId="{C971BFC3-B81D-4694-8BF6-94FE469804EC}">
      <dsp:nvSpPr>
        <dsp:cNvPr id="0" name=""/>
        <dsp:cNvSpPr/>
      </dsp:nvSpPr>
      <dsp:spPr>
        <a:xfrm>
          <a:off x="5747593" y="352204"/>
          <a:ext cx="4701480" cy="2985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C2D79-AD46-4356-AB47-80334468A704}">
      <dsp:nvSpPr>
        <dsp:cNvPr id="0" name=""/>
        <dsp:cNvSpPr/>
      </dsp:nvSpPr>
      <dsp:spPr>
        <a:xfrm>
          <a:off x="6269980" y="848471"/>
          <a:ext cx="4701480" cy="2985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Provide an API that returns forecasting graphs based on user-selected machines and time periods (days or weeks).</a:t>
          </a:r>
          <a:endParaRPr lang="en-US" sz="3000" kern="1200" dirty="0"/>
        </a:p>
      </dsp:txBody>
      <dsp:txXfrm>
        <a:off x="6357421" y="935912"/>
        <a:ext cx="4526598" cy="28105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93D24-3652-4758-B274-D1F9AD649178}">
      <dsp:nvSpPr>
        <dsp:cNvPr id="0" name=""/>
        <dsp:cNvSpPr/>
      </dsp:nvSpPr>
      <dsp:spPr>
        <a:xfrm>
          <a:off x="0" y="947"/>
          <a:ext cx="840330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3921A-E19E-4381-99AE-C793AFEEDEC2}">
      <dsp:nvSpPr>
        <dsp:cNvPr id="0" name=""/>
        <dsp:cNvSpPr/>
      </dsp:nvSpPr>
      <dsp:spPr>
        <a:xfrm>
          <a:off x="0" y="947"/>
          <a:ext cx="8403302" cy="61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Rows: 26,978</a:t>
          </a:r>
          <a:endParaRPr lang="en-US" sz="2000" kern="1200"/>
        </a:p>
      </dsp:txBody>
      <dsp:txXfrm>
        <a:off x="0" y="947"/>
        <a:ext cx="8403302" cy="612076"/>
      </dsp:txXfrm>
    </dsp:sp>
    <dsp:sp modelId="{F22509D3-206F-4252-BFED-087D111C1773}">
      <dsp:nvSpPr>
        <dsp:cNvPr id="0" name=""/>
        <dsp:cNvSpPr/>
      </dsp:nvSpPr>
      <dsp:spPr>
        <a:xfrm>
          <a:off x="0" y="690438"/>
          <a:ext cx="840330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4A5A1-205D-4CED-835D-54EE31EFB030}">
      <dsp:nvSpPr>
        <dsp:cNvPr id="0" name=""/>
        <dsp:cNvSpPr/>
      </dsp:nvSpPr>
      <dsp:spPr>
        <a:xfrm>
          <a:off x="0" y="613023"/>
          <a:ext cx="8395095" cy="95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Columns: 14 (including Operating Time, Networking Time, Equipment Details, and Date Fields)</a:t>
          </a:r>
          <a:endParaRPr lang="en-US" sz="2000" kern="1200" dirty="0"/>
        </a:p>
      </dsp:txBody>
      <dsp:txXfrm>
        <a:off x="0" y="613023"/>
        <a:ext cx="8395095" cy="950224"/>
      </dsp:txXfrm>
    </dsp:sp>
    <dsp:sp modelId="{B68B74AD-957F-491C-A87B-5644BA3ED3D9}">
      <dsp:nvSpPr>
        <dsp:cNvPr id="0" name=""/>
        <dsp:cNvSpPr/>
      </dsp:nvSpPr>
      <dsp:spPr>
        <a:xfrm>
          <a:off x="0" y="1563248"/>
          <a:ext cx="840330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2186C-B790-4C8E-A53F-370A95064D11}">
      <dsp:nvSpPr>
        <dsp:cNvPr id="0" name=""/>
        <dsp:cNvSpPr/>
      </dsp:nvSpPr>
      <dsp:spPr>
        <a:xfrm>
          <a:off x="0" y="1563248"/>
          <a:ext cx="8403302" cy="61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Key Feature: Operating Time (target variable)</a:t>
          </a:r>
          <a:endParaRPr lang="en-US" sz="2000" kern="1200"/>
        </a:p>
      </dsp:txBody>
      <dsp:txXfrm>
        <a:off x="0" y="1563248"/>
        <a:ext cx="8403302" cy="6120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79C6A-72F8-4AEC-B5FF-36F540A1BF81}">
      <dsp:nvSpPr>
        <dsp:cNvPr id="0" name=""/>
        <dsp:cNvSpPr/>
      </dsp:nvSpPr>
      <dsp:spPr>
        <a:xfrm>
          <a:off x="0" y="0"/>
          <a:ext cx="61615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7253C2-8431-4961-A628-AC158DF2551B}">
      <dsp:nvSpPr>
        <dsp:cNvPr id="0" name=""/>
        <dsp:cNvSpPr/>
      </dsp:nvSpPr>
      <dsp:spPr>
        <a:xfrm>
          <a:off x="0" y="0"/>
          <a:ext cx="6161567" cy="112353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Converted date columns to `datetime` format.</a:t>
          </a:r>
          <a:endParaRPr lang="en-US" sz="2500" kern="1200" dirty="0"/>
        </a:p>
      </dsp:txBody>
      <dsp:txXfrm>
        <a:off x="0" y="0"/>
        <a:ext cx="6161567" cy="1123535"/>
      </dsp:txXfrm>
    </dsp:sp>
    <dsp:sp modelId="{B387B17B-2951-493A-B8B8-9505FE05ABB4}">
      <dsp:nvSpPr>
        <dsp:cNvPr id="0" name=""/>
        <dsp:cNvSpPr/>
      </dsp:nvSpPr>
      <dsp:spPr>
        <a:xfrm>
          <a:off x="0" y="1123535"/>
          <a:ext cx="61615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25B42C-B5C5-42F7-9533-912AE5B3DAB4}">
      <dsp:nvSpPr>
        <dsp:cNvPr id="0" name=""/>
        <dsp:cNvSpPr/>
      </dsp:nvSpPr>
      <dsp:spPr>
        <a:xfrm>
          <a:off x="0" y="1123535"/>
          <a:ext cx="6161567" cy="112353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Removed outliers from 'Operating Time' using IQR method.</a:t>
          </a:r>
          <a:endParaRPr lang="en-US" sz="2500" kern="1200" dirty="0"/>
        </a:p>
      </dsp:txBody>
      <dsp:txXfrm>
        <a:off x="0" y="1123535"/>
        <a:ext cx="6161567" cy="1123535"/>
      </dsp:txXfrm>
    </dsp:sp>
    <dsp:sp modelId="{FD04E1BD-E52D-440E-B6CF-74407A616DB1}">
      <dsp:nvSpPr>
        <dsp:cNvPr id="0" name=""/>
        <dsp:cNvSpPr/>
      </dsp:nvSpPr>
      <dsp:spPr>
        <a:xfrm>
          <a:off x="0" y="2247071"/>
          <a:ext cx="61615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323806-1765-4696-BCE0-A0952EB7052B}">
      <dsp:nvSpPr>
        <dsp:cNvPr id="0" name=""/>
        <dsp:cNvSpPr/>
      </dsp:nvSpPr>
      <dsp:spPr>
        <a:xfrm>
          <a:off x="0" y="2247071"/>
          <a:ext cx="6161567" cy="112353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Normalized the features to ensure consistency in model training.</a:t>
          </a:r>
          <a:endParaRPr lang="en-US" sz="2500" kern="1200" dirty="0"/>
        </a:p>
      </dsp:txBody>
      <dsp:txXfrm>
        <a:off x="0" y="2247071"/>
        <a:ext cx="6161567" cy="1123535"/>
      </dsp:txXfrm>
    </dsp:sp>
    <dsp:sp modelId="{564C3A17-F477-4407-8B95-AFDC34542059}">
      <dsp:nvSpPr>
        <dsp:cNvPr id="0" name=""/>
        <dsp:cNvSpPr/>
      </dsp:nvSpPr>
      <dsp:spPr>
        <a:xfrm>
          <a:off x="0" y="3370607"/>
          <a:ext cx="61615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BD29FE-1751-4CDF-A586-4174AAE1CBD3}">
      <dsp:nvSpPr>
        <dsp:cNvPr id="0" name=""/>
        <dsp:cNvSpPr/>
      </dsp:nvSpPr>
      <dsp:spPr>
        <a:xfrm>
          <a:off x="0" y="3370607"/>
          <a:ext cx="6161567" cy="112353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Filtered features: Focused on Networking Time, First Move Date, and Last Move Date.</a:t>
          </a:r>
          <a:endParaRPr lang="en-US" sz="2500" kern="1200" dirty="0"/>
        </a:p>
      </dsp:txBody>
      <dsp:txXfrm>
        <a:off x="0" y="3370607"/>
        <a:ext cx="6161567" cy="11235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D83C-6E8A-A3A7-6EA8-5817CB6EB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75DA7-C2E9-1351-A648-34A91E9CF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C6DA-F696-ECCC-B565-B1696959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63DB9-4643-EBE4-89E9-B29020AA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08722-A722-0E66-69BE-9409CD78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1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F78-6850-E69F-7B68-AC2EB388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B9F5-798F-7C9B-24E8-942C86382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32398-BA03-04B3-5742-A4E64FE9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ED37-A2C0-1FA8-5986-5BF3A370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4111-3543-C4FB-20C1-5BC5A7F5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3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8F66-21BC-861F-08BB-18B90F356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7BD7C-5F7D-8189-301F-C7D768046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9D73C-45F2-4B47-A916-1B22807C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D36D0-F1A5-6991-B43E-E2D34E6D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6170-DB09-C945-2A7C-D1434B68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2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E95C-7DD5-D8FA-3F8F-6D5805FB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0D2A-B024-7269-D426-715313659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F162C-C35E-160D-470A-47873D28C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CEC5D-E383-8999-02A7-75213787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4B63A-5CB4-A61F-4AC9-0D555204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BFEF4-71B9-37F5-264B-468DBCB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FEA-06DA-4669-71F8-A5894DC7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57506-0CE6-F64C-2ED5-6CC2C8A0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8CA28-E7E7-92C3-B36E-2D0ED4363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28269-64D9-0DA7-FF60-276442E6A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D026F-F22D-89D2-1E07-2F58A3DAC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E8740-5294-0B9E-7D74-36FB6129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2E0DA-044D-50F5-EC8C-EAA170B3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42BC58-9256-710A-2EE1-65B16009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9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B565-B43F-14A7-388D-F6073216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AA503-1C0B-FC65-928C-24BD8FFE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3317B-29FB-5DA7-79E6-2CF89CB8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1C607-982C-6B37-2D36-8EA1F79B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4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EF320-DECE-2887-DC06-9152D522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9E10DC-42F6-3DEE-DD27-A06BE8E7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DE530-822A-C588-B54C-5B598906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F505-4482-FA93-57F6-B9CC339D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729DE-3A7D-BC8E-159F-5299EC77C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53D83-2089-E621-75A1-EEE5D399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54583-448B-4F9B-D0B3-08230A77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C8C6-655B-92CE-F789-693A0364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86C24-0E6B-81CB-174F-5302533D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5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2664-B451-D6F5-88E2-F2CC79BF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83053-7453-2747-8AE2-D2517E796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D99BD-EA1A-C833-C520-E80D42E05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FB85F-71A2-4881-F4D2-16A33EBF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CA178-AA0B-3F96-614A-5070BA54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91F9A-B981-F6F5-4E63-2EA42F64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2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3123-5727-DBA5-4AA3-B1EB73ED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0A62E-2142-9C1B-F715-29D22A022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4932A-C146-F15F-1757-0E55990A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4B0C3-658D-B8E1-DC09-1E23B553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8A9EC-E83D-8ADD-EE36-C1AFEEDD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8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5E7A8F-9EDD-B5F0-10AB-3F3DA3C9C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A52EB-2885-5FA4-75C9-451A08B5F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82165-6441-B47E-BA1B-D061FD76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77E7-AF96-9F80-AD2D-A4733559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CF150-2C3C-0793-C936-A375EEC2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1003F-2D43-E6B0-EE9E-ABC852DA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ADFBC-DBD1-C3F1-D2DF-A5B712B05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744A0-E840-4FF8-85FC-4FCF6173A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E8797-1942-4EF4-BC0E-4C395DF92CA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FD252-2311-EC96-53D3-33DF1B449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22976-6D49-C78C-CABF-416DA70DA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1C971-D846-4B05-9C4D-A2389A9F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7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ifting crane">
            <a:extLst>
              <a:ext uri="{FF2B5EF4-FFF2-40B4-BE49-F238E27FC236}">
                <a16:creationId xmlns:a16="http://schemas.microsoft.com/office/drawing/2014/main" id="{B5302789-81C8-FBC8-C8EC-79F829DCA4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23" r="-1" b="886"/>
          <a:stretch/>
        </p:blipFill>
        <p:spPr>
          <a:xfrm>
            <a:off x="20" y="1906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5C4FB6-267A-F0F7-F1D7-9CE6E6323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GB" sz="6600" dirty="0">
                <a:solidFill>
                  <a:schemeClr val="bg1"/>
                </a:solidFill>
              </a:rPr>
              <a:t>Port Terminal Machine Operating Time Forecasting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A6DFA3D-A7DD-EF0B-BD57-2F7D2F8B9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908894"/>
            <a:ext cx="9144000" cy="918057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Predictive </a:t>
            </a:r>
            <a:r>
              <a:rPr lang="en-GB" sz="2800" dirty="0" err="1">
                <a:solidFill>
                  <a:schemeClr val="bg1"/>
                </a:solidFill>
              </a:rPr>
              <a:t>Modeling</a:t>
            </a:r>
            <a:r>
              <a:rPr lang="en-GB" sz="2800" dirty="0">
                <a:solidFill>
                  <a:schemeClr val="bg1"/>
                </a:solidFill>
              </a:rPr>
              <a:t> of STS Crane Operations</a:t>
            </a:r>
          </a:p>
          <a:p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30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408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4" name="Rectangle 1083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29520C1D-4313-B2F2-240A-C2D0FF868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9474" y="623275"/>
            <a:ext cx="3334125" cy="264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RELIA - Data Tamer • Expert Data ...">
            <a:extLst>
              <a:ext uri="{FF2B5EF4-FFF2-40B4-BE49-F238E27FC236}">
                <a16:creationId xmlns:a16="http://schemas.microsoft.com/office/drawing/2014/main" id="{4C07BBBE-68BD-41B9-35FC-0886F27F5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4042371"/>
            <a:ext cx="3869722" cy="173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6" name="Right Triangle 108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4989" y="623275"/>
            <a:ext cx="658183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30857C-D048-7366-A233-ACDE25F9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209" y="1056640"/>
            <a:ext cx="5799947" cy="34943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Presented By:</a:t>
            </a:r>
            <a:br>
              <a:rPr lang="en-US" sz="4800" dirty="0"/>
            </a:br>
            <a:r>
              <a:rPr lang="en-US" sz="4800" b="1" dirty="0"/>
              <a:t>Emad Ali Emad</a:t>
            </a:r>
            <a:br>
              <a:rPr lang="en-US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4381098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C39F-42E3-782C-FD5A-6F7736C4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Introduction</a:t>
            </a:r>
            <a:endParaRPr lang="en-U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FCAFD1-468B-2E5B-0C9D-F894B356E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525428"/>
              </p:ext>
            </p:extLst>
          </p:nvPr>
        </p:nvGraphicFramePr>
        <p:xfrm>
          <a:off x="914400" y="1919673"/>
          <a:ext cx="9914860" cy="4123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45057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BAB0-79A0-A49C-FA61-6939F7C1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1670"/>
            <a:ext cx="9914860" cy="110564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87CFCA-D0CB-33A2-F892-A24F64FC0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958762"/>
              </p:ext>
            </p:extLst>
          </p:nvPr>
        </p:nvGraphicFramePr>
        <p:xfrm>
          <a:off x="385430" y="591671"/>
          <a:ext cx="10972800" cy="5322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4BF7829-B602-3824-325C-A80B40AF6F28}"/>
              </a:ext>
            </a:extLst>
          </p:cNvPr>
          <p:cNvSpPr txBox="1"/>
          <p:nvPr/>
        </p:nvSpPr>
        <p:spPr>
          <a:xfrm>
            <a:off x="548640" y="347632"/>
            <a:ext cx="5742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4800" b="1" dirty="0"/>
              <a:t>Objectives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26904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137F-A875-3CC4-D66F-23A9A79E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1670"/>
            <a:ext cx="9914860" cy="110564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A7345-5655-CAF1-95D8-2FB7A4B91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320689"/>
              </p:ext>
            </p:extLst>
          </p:nvPr>
        </p:nvGraphicFramePr>
        <p:xfrm>
          <a:off x="528577" y="1446837"/>
          <a:ext cx="10972800" cy="4186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782412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596F-89F7-5758-E42C-8C068E70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44" y="4470482"/>
            <a:ext cx="3290887" cy="1976618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7961E4-3FEA-9C97-07DE-64F48F7963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585574"/>
              </p:ext>
            </p:extLst>
          </p:nvPr>
        </p:nvGraphicFramePr>
        <p:xfrm>
          <a:off x="3017554" y="4681728"/>
          <a:ext cx="8403302" cy="2176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03CFEFF-9412-3C98-40DB-3E124C34F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832" y="293648"/>
            <a:ext cx="11887200" cy="411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996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BCDC-C75C-92DC-EFEE-E8DE1D51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83" y="461976"/>
            <a:ext cx="5323715" cy="817494"/>
          </a:xfrm>
        </p:spPr>
        <p:txBody>
          <a:bodyPr anchor="b">
            <a:normAutofit/>
          </a:bodyPr>
          <a:lstStyle/>
          <a:p>
            <a:r>
              <a:rPr lang="en-US" dirty="0"/>
              <a:t> Data Preprocessing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3D976-A14B-6E1A-AF16-C8641617F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477" y="1279470"/>
            <a:ext cx="5764193" cy="4577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4E92057-8BDE-5ECE-3E9A-C36CEE9B26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538291"/>
              </p:ext>
            </p:extLst>
          </p:nvPr>
        </p:nvGraphicFramePr>
        <p:xfrm>
          <a:off x="243621" y="1493133"/>
          <a:ext cx="6161567" cy="4494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735572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9F97C-48EB-055D-D613-B5CEB7A7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Visualization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1C67BA3-B783-27AE-3ECE-A3EB257D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1590741"/>
            <a:ext cx="11875628" cy="12353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/>
              <a:t>Operating Time Over Time: Histogram and Density Plot to show the refined data distribution.</a:t>
            </a:r>
            <a:endParaRPr lang="en-GB" dirty="0"/>
          </a:p>
        </p:txBody>
      </p:sp>
      <p:pic>
        <p:nvPicPr>
          <p:cNvPr id="7" name="Picture 6" descr="A graph of a blue line&#10;&#10;Description automatically generated with medium confidence">
            <a:extLst>
              <a:ext uri="{FF2B5EF4-FFF2-40B4-BE49-F238E27FC236}">
                <a16:creationId xmlns:a16="http://schemas.microsoft.com/office/drawing/2014/main" id="{BA6F09DB-449F-F1A3-7C65-DD8204EF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2"/>
          <a:stretch/>
        </p:blipFill>
        <p:spPr>
          <a:xfrm>
            <a:off x="96455" y="2694855"/>
            <a:ext cx="5841353" cy="4163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F5BF24-0408-DF84-4B37-B2EB996E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38" b="1"/>
          <a:stretch/>
        </p:blipFill>
        <p:spPr>
          <a:xfrm>
            <a:off x="6034263" y="2694854"/>
            <a:ext cx="6061281" cy="4163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180239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1DBB4E-8E90-B81B-5BD3-B3E16FDB442F}"/>
              </a:ext>
            </a:extLst>
          </p:cNvPr>
          <p:cNvSpPr txBox="1">
            <a:spLocks/>
          </p:cNvSpPr>
          <p:nvPr/>
        </p:nvSpPr>
        <p:spPr>
          <a:xfrm>
            <a:off x="129400" y="427761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Feature Selection &amp; Correlation:</a:t>
            </a:r>
            <a:endParaRPr lang="en-US" sz="40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BE33-EA1C-F3CB-097C-A9D7AB104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00" y="2498491"/>
            <a:ext cx="3968038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endParaRPr lang="en-US" sz="2000" b="1" dirty="0"/>
          </a:p>
          <a:p>
            <a:pPr marL="0"/>
            <a:r>
              <a:rPr lang="en-US" sz="2000" dirty="0"/>
              <a:t>Displaying the relationships between numeric variables.</a:t>
            </a:r>
          </a:p>
          <a:p>
            <a:pPr marL="0"/>
            <a:endParaRPr lang="en-US" sz="2000" b="1" dirty="0"/>
          </a:p>
          <a:p>
            <a:pPr marL="0"/>
            <a:r>
              <a:rPr lang="en-US" sz="2000" dirty="0"/>
              <a:t>Selected correlated features with Operating Time :</a:t>
            </a:r>
          </a:p>
          <a:p>
            <a:pPr marL="0"/>
            <a:r>
              <a:rPr lang="en-US" sz="2000" dirty="0"/>
              <a:t>Networking Time</a:t>
            </a:r>
          </a:p>
          <a:p>
            <a:pPr marL="0"/>
            <a:r>
              <a:rPr lang="en-US" sz="2000" dirty="0"/>
              <a:t>First Move Year</a:t>
            </a:r>
          </a:p>
          <a:p>
            <a:pPr marL="0"/>
            <a:r>
              <a:rPr lang="en-US" sz="2000" dirty="0"/>
              <a:t>Last Move Year</a:t>
            </a:r>
          </a:p>
          <a:p>
            <a:pPr marL="0"/>
            <a:endParaRPr lang="en-US" sz="2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2AB4B-AA25-86A2-392C-3298E8E2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18" y="427760"/>
            <a:ext cx="6859691" cy="6002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206911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9A4FC9-2256-4B3B-4497-438708778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2066543"/>
            <a:ext cx="11755491" cy="4549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58B5BD-1443-29D6-E6F0-F4A7BACA8D36}"/>
              </a:ext>
            </a:extLst>
          </p:cNvPr>
          <p:cNvSpPr txBox="1"/>
          <p:nvPr/>
        </p:nvSpPr>
        <p:spPr>
          <a:xfrm>
            <a:off x="599768" y="625900"/>
            <a:ext cx="8229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Models : SRIMAX</a:t>
            </a:r>
          </a:p>
        </p:txBody>
      </p:sp>
    </p:spTree>
    <p:extLst>
      <p:ext uri="{BB962C8B-B14F-4D97-AF65-F5344CB8AC3E}">
        <p14:creationId xmlns:p14="http://schemas.microsoft.com/office/powerpoint/2010/main" val="400735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Human brain nerve cells">
            <a:extLst>
              <a:ext uri="{FF2B5EF4-FFF2-40B4-BE49-F238E27FC236}">
                <a16:creationId xmlns:a16="http://schemas.microsoft.com/office/drawing/2014/main" id="{604D099F-0DCD-97BC-C449-F20441C5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9F97C-48EB-055D-D613-B5CEB7A7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6" y="26714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Neural Network Model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67BA3-B783-27AE-3ECE-A3EB257D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6" y="2167057"/>
            <a:ext cx="4849792" cy="4423798"/>
          </a:xfrm>
        </p:spPr>
        <p:txBody>
          <a:bodyPr>
            <a:normAutofit fontScale="92500"/>
          </a:bodyPr>
          <a:lstStyle/>
          <a:p>
            <a:r>
              <a:rPr lang="en-US" sz="2600" b="1" dirty="0"/>
              <a:t>Model Architecture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Input Layer: 64 neurons, ReLU activation.</a:t>
            </a:r>
          </a:p>
          <a:p>
            <a:pPr marL="0" indent="0">
              <a:buNone/>
            </a:pPr>
            <a:r>
              <a:rPr lang="en-US" sz="2400" dirty="0"/>
              <a:t>Hidden Layer: 32 neurons, ReLU activation.</a:t>
            </a:r>
          </a:p>
          <a:p>
            <a:pPr marL="0" indent="0">
              <a:buNone/>
            </a:pPr>
            <a:r>
              <a:rPr lang="en-US" sz="2400" dirty="0"/>
              <a:t>Output Layer: 1 neuron for predicting Operating Time.</a:t>
            </a:r>
          </a:p>
          <a:p>
            <a:r>
              <a:rPr lang="en-US" sz="2400" dirty="0"/>
              <a:t> </a:t>
            </a:r>
            <a:r>
              <a:rPr lang="en-US" sz="2600" b="1" dirty="0"/>
              <a:t>Optimization</a:t>
            </a:r>
            <a:r>
              <a:rPr lang="en-US" sz="2600" dirty="0"/>
              <a:t>:</a:t>
            </a:r>
          </a:p>
          <a:p>
            <a:pPr marL="0" indent="0">
              <a:buNone/>
            </a:pPr>
            <a:r>
              <a:rPr lang="en-US" sz="2400" dirty="0"/>
              <a:t>Optimizer: Adam</a:t>
            </a:r>
          </a:p>
          <a:p>
            <a:pPr marL="0" indent="0">
              <a:buNone/>
            </a:pPr>
            <a:r>
              <a:rPr lang="en-US" sz="2400" dirty="0"/>
              <a:t> Loss Function: Mean Squared Error</a:t>
            </a:r>
          </a:p>
          <a:p>
            <a:pPr marL="0" indent="0">
              <a:buNone/>
            </a:pPr>
            <a:r>
              <a:rPr lang="en-US" sz="2400" dirty="0"/>
              <a:t>Early Stopping to prevent overfitting.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6879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6188C-AF22-DC0E-2E17-703B2114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05" y="636608"/>
            <a:ext cx="10063131" cy="1597433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Model </a:t>
            </a:r>
            <a:r>
              <a:rPr lang="en-US" sz="5400" dirty="0">
                <a:solidFill>
                  <a:srgbClr val="FFFFFF"/>
                </a:solidFill>
              </a:rPr>
              <a:t>Performance</a:t>
            </a:r>
            <a:br>
              <a:rPr lang="en-US" sz="5400" dirty="0">
                <a:solidFill>
                  <a:srgbClr val="FFFFFF"/>
                </a:solidFill>
              </a:rPr>
            </a:br>
            <a:br>
              <a:rPr lang="en-GB" sz="4800" dirty="0"/>
            </a:b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69894-4E91-42C5-4780-6C83ACEC9035}"/>
              </a:ext>
            </a:extLst>
          </p:cNvPr>
          <p:cNvSpPr txBox="1"/>
          <p:nvPr/>
        </p:nvSpPr>
        <p:spPr>
          <a:xfrm>
            <a:off x="273404" y="4775038"/>
            <a:ext cx="44490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dirty="0"/>
              <a:t>Test Performance: Achieved a Test Loss of 0.025 after evaluation.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3E7A6-0A43-F6AF-5A50-1CB1CBFC5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857" y="1481559"/>
            <a:ext cx="6716739" cy="53764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55F96F-EA93-3793-5F3A-3649DEB2EB77}"/>
              </a:ext>
            </a:extLst>
          </p:cNvPr>
          <p:cNvSpPr txBox="1"/>
          <p:nvPr/>
        </p:nvSpPr>
        <p:spPr>
          <a:xfrm>
            <a:off x="396413" y="1917660"/>
            <a:ext cx="36612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Training Performance</a:t>
            </a:r>
            <a:br>
              <a:rPr lang="en-US" sz="2800" dirty="0"/>
            </a:br>
            <a:r>
              <a:rPr lang="en-GB" sz="2800" dirty="0"/>
              <a:t>Validation loss decreased steadily with early stopping after several epochs.</a:t>
            </a:r>
            <a:br>
              <a:rPr lang="en-US" sz="1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08039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6188C-AF22-DC0E-2E17-703B2114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967" y="1151684"/>
            <a:ext cx="7217905" cy="60766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</a:t>
            </a:r>
            <a:b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2DDF1-EB98-5305-A7E5-8EF2B2D284C9}"/>
              </a:ext>
            </a:extLst>
          </p:cNvPr>
          <p:cNvSpPr txBox="1"/>
          <p:nvPr/>
        </p:nvSpPr>
        <p:spPr>
          <a:xfrm>
            <a:off x="421921" y="2118166"/>
            <a:ext cx="3233585" cy="3414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kern="1200" dirty="0">
                <a:latin typeface="+mn-lt"/>
                <a:ea typeface="+mn-ea"/>
                <a:cs typeface="+mn-cs"/>
              </a:rPr>
              <a:t>Residuals Analysis: Plot of residuals to confirm no pattern and a good fit.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06A14-7FF5-5C83-A33E-7F16995A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425" y="1574310"/>
            <a:ext cx="7529809" cy="52836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077462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004A0-CB93-0228-15E4-A6C8E095CD4C}"/>
              </a:ext>
            </a:extLst>
          </p:cNvPr>
          <p:cNvSpPr txBox="1"/>
          <p:nvPr/>
        </p:nvSpPr>
        <p:spPr>
          <a:xfrm>
            <a:off x="699714" y="248038"/>
            <a:ext cx="4844560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Prediction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E25BB-5BC0-C012-C719-045195A75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1655276"/>
            <a:ext cx="12192002" cy="50696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F96EA-4F5D-2071-DEF2-FE5FE5AB0F96}"/>
              </a:ext>
            </a:extLst>
          </p:cNvPr>
          <p:cNvSpPr txBox="1"/>
          <p:nvPr/>
        </p:nvSpPr>
        <p:spPr>
          <a:xfrm>
            <a:off x="5824849" y="731946"/>
            <a:ext cx="7106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ar(--jp-code-font-family)"/>
              </a:rPr>
              <a:t>Mean Absolute Error (MAE): 0.10503651538059261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ar(--jp-code-font-family)"/>
              </a:rPr>
              <a:t>R-squared (R²): 0.944108742147949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4453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C0BA7-06DA-728C-21BA-BA7E8094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4" r="-1" b="-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6112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F258B-B397-8717-CD87-0230706D1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Using FastAPI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7B91-04EB-C80E-C920-104F1E3CB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API will return operating time predictions and visualizations for selected machines.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F69F2-9E28-F532-3BB2-D9838038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5" y="1573735"/>
            <a:ext cx="12072395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3872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5C904-D318-912D-1B81-F9423D2E4D98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result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ECA345-96FD-3C62-C094-BE10373B9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6" t="6168" r="9509" b="5216"/>
          <a:stretch/>
        </p:blipFill>
        <p:spPr>
          <a:xfrm>
            <a:off x="-5" y="0"/>
            <a:ext cx="12191997" cy="5267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4EA20BC1-87C2-FDEB-E261-BD3A18DF45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8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2B81E3-E058-8D4D-3A55-318BBFE2D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200"/>
          <a:stretch/>
        </p:blipFill>
        <p:spPr>
          <a:xfrm>
            <a:off x="0" y="685800"/>
            <a:ext cx="12192000" cy="54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7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F258B-B397-8717-CD87-0230706D1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Video</a:t>
            </a:r>
          </a:p>
        </p:txBody>
      </p:sp>
      <p:pic>
        <p:nvPicPr>
          <p:cNvPr id="4" name="FastAPI - Swagger UI - Person 1 - Microsoft​ Edge 2024-09-29 20-17-29">
            <a:hlinkClick r:id="" action="ppaction://media"/>
            <a:extLst>
              <a:ext uri="{FF2B5EF4-FFF2-40B4-BE49-F238E27FC236}">
                <a16:creationId xmlns:a16="http://schemas.microsoft.com/office/drawing/2014/main" id="{BF921ED6-5C50-51DD-D479-CE9DC7587A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622744"/>
            <a:ext cx="12191995" cy="45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462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D34C-7C4A-BE54-6DB9-60E9E98F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203" y="2491976"/>
            <a:ext cx="3139045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</a:t>
            </a: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0" name="Graphic 49" descr="Smiling Face with No Fill">
            <a:extLst>
              <a:ext uri="{FF2B5EF4-FFF2-40B4-BE49-F238E27FC236}">
                <a16:creationId xmlns:a16="http://schemas.microsoft.com/office/drawing/2014/main" id="{206C82F9-BA64-5A18-625F-3BD95039C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62054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462</Words>
  <Application>Microsoft Office PowerPoint</Application>
  <PresentationFormat>Widescreen</PresentationFormat>
  <Paragraphs>58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var(--jp-code-font-family)</vt:lpstr>
      <vt:lpstr>Office Theme</vt:lpstr>
      <vt:lpstr>Port Terminal Machine Operating Time Forecasting</vt:lpstr>
      <vt:lpstr>Presented By: Emad Ali Emad </vt:lpstr>
      <vt:lpstr>Introduction</vt:lpstr>
      <vt:lpstr>Problem Statement</vt:lpstr>
      <vt:lpstr>Objective</vt:lpstr>
      <vt:lpstr>Dataset Overview</vt:lpstr>
      <vt:lpstr> Data Preprocessing</vt:lpstr>
      <vt:lpstr>Data Visualization</vt:lpstr>
      <vt:lpstr>PowerPoint Presentation</vt:lpstr>
      <vt:lpstr>PowerPoint Presentation</vt:lpstr>
      <vt:lpstr>Neural Network Model (LSTM)</vt:lpstr>
      <vt:lpstr>Model Performance  </vt:lpstr>
      <vt:lpstr>Model Performance  </vt:lpstr>
      <vt:lpstr>PowerPoint Presentation</vt:lpstr>
      <vt:lpstr>PowerPoint Presentation</vt:lpstr>
      <vt:lpstr>Deployment Using FastAPI </vt:lpstr>
      <vt:lpstr>PowerPoint Presentation</vt:lpstr>
      <vt:lpstr>PowerPoint Presentation</vt:lpstr>
      <vt:lpstr>Video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Emad Ali</dc:creator>
  <cp:lastModifiedBy>Emad Ali</cp:lastModifiedBy>
  <cp:revision>15</cp:revision>
  <dcterms:created xsi:type="dcterms:W3CDTF">2024-09-29T11:43:05Z</dcterms:created>
  <dcterms:modified xsi:type="dcterms:W3CDTF">2025-01-13T19:33:59Z</dcterms:modified>
</cp:coreProperties>
</file>